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lib-toolset-editor-01
This session explains coordinate mcp toolset editing through an explicit host adapter. The library is a local private workspace package at libs/toolset-editor. Its manifest, source exports, tests and actual consumers were inspected. Package publication has not been verified; use the workspace integration shown here.
Sources:
libs/toolset-editor/README.md:1-383
libs/toolset-editor/src/index.ts:1-47
libs/toolset-editor/package.json:1-41
libs/toolset-editor/src/components/ToolsetEditor/ToolsetEditor.tsx:58-425 — ToolsetEditor
libs/toolset-editor/src/models/toolset-editor-props.ts:74-150 — ToolsetEditorProps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lib-toolset-editor-02
Start with a concrete caller need. Create a toolset: Edit metadata, endpoint, transport and authentication settings. Persist a draft: Reuse the identifier returned by the first successful save. Authorize access: Delegate login and OAuth to host behavior. These scenarios describe integration supported by the current public surface; they do not assert measured performance or production certification.
Sources:
libs/toolset-editor/README.md:1-383
libs/toolset-editor/src/index.ts:1-47
libs/toolset-editor/package.json:1-41
libs/toolset-editor/src/components/ToolsetEditor/ToolsetEditor.tsx:58-425 — ToolsetEditor
libs/toolset-editor/src/models/toolset-editor-props.ts:74-150 — ToolsetEditorProps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lib-toolset-editor-03
The library owns Form state, dirty/errors state and save orchestration around injected operations. The host owns HTTP persistence, OAuth execution, credentials APIs, routes and file-manager integration.  The arrows show data/callback direction, not an implicit network request. The documented isolation rules and known implementation deviations are listed in qa-report.md.
Sources:
libs/toolset-editor/README.md:1-383
libs/toolset-editor/src/index.ts:1-47
libs/toolset-editor/package.json:1-41
libs/toolset-editor/src/components/ToolsetEditor/ToolsetEditor.tsx:58-425 — ToolsetEditor
libs/toolset-editor/src/models/toolset-editor-props.ts:74-150 — ToolsetEditorProps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lib-toolset-editor-04
These are selected public symbols or props, not a complete API listing. Required versus optional props come from the TypeScript checker over the current source. All declarations, including the source file and line range, are retained in content/api-index.md and the per-project research JSON. 
Sources:
libs/toolset-editor/README.md:1-383
libs/toolset-editor/src/index.ts:1-47
libs/toolset-editor/package.json:1-41
libs/toolset-editor/src/components/ToolsetEditor/ToolsetEditor.tsx:58-425 — ToolsetEditor
libs/toolset-editor/src/models/toolset-editor-props.ts:74-150 — ToolsetEditorProps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lib-toolset-editor-05
Run this example in the existing React 19 workspace using the package source aliases and its declared peers. For browser-only modules use a browser host. Full imports, types and required props are in examples/toolset-editor.tsx. The stylesheet import must be loaded by the host. Host parameters in the complete example are typed integration requirements, not hidden globals. Expected behavior: Edit metadata, endpoint, transport and authentication settings. Backend-dependent examples require a running configured service; the bundle type-checks them but does not call production services.
Sources:
libs/toolset-editor/README.md:1-383
libs/toolset-editor/src/index.ts:1-47
libs/toolset-editor/package.json:1-41
libs/toolset-editor/src/components/ToolsetEditor/ToolsetEditor.tsx:58-425 — ToolsetEditor
libs/toolset-editor/src/models/toolset-editor-props.ts:74-150 — ToolsetEditorProps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lib-toolset-editor-06
Follow this concrete integration sequence. Prepare the adapter: Supply the required persistence, file and auth callbacks. Collect toolset values: Let the editor coordinate metadata and setup controls. Run host operations: Keep credential flows, endpoint calls and routing in the host. The complete typed module in examples/toolset-editor.tsx shows the required imports and host inputs. Application-owned network, routing and persistence behavior must be supplied by the caller.
Sources:
libs/toolset-editor/README.md:1-383
libs/toolset-editor/src/index.ts:1-47
libs/toolset-editor/package.json:1-41
libs/toolset-editor/src/components/ToolsetEditor/ToolsetEditor.tsx:58-425 — ToolsetEditor
libs/toolset-editor/src/models/toolset-editor-props.ts:74-150 — ToolsetEditorProps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lib-toolset-editor-10
This pure validation example is included in the full module. A valid URL does not establish toolset availability or successful authentication. The complete ToolsetEditor still requires every prop in the exported contract.
Sources:
libs/toolset-editor/README.md:1-383
libs/toolset-editor/src/index.ts:1-47
libs/toolset-editor/package.json:1-41
libs/toolset-editor/src/components/ToolsetEditor/ToolsetEditor.tsx:58-425 — ToolsetEditor
libs/toolset-editor/src/models/toolset-editor-props.ts:74-150 — ToolsetEditorProps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lib-toolset-editor-07
Customization comes from the current exports and prop declarations. Typed integration: ToolsetEditorProps makes persistence, auth and file dependencies explicit. Shared metadata: GeneralForm reuses builder-form fields and validation. MCP URL resolver: buildMcpUrl receives the current draft identifier. For UI, import the package stylesheet and use documented props or stable public classes. A component-level color override and inherited theme tokens are different levels of control. Locale strings and direction should be supplied by the host; do not introduce app i18n into a reusable library.
Sources:
libs/toolset-editor/README.md:1-383
libs/toolset-editor/src/index.ts:1-47
libs/toolset-editor/package.json:1-41
libs/toolset-editor/src/components/ToolsetEditor/ToolsetEditor.tsx:58-425 — ToolsetEditor
libs/toolset-editor/src/models/toolset-editor-props.ts:74-150 — ToolsetEditorProps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lib-toolset-editor-08
Actual consumers: apps/chat/src/pages/ToolsetEditor/ToolsetEditor.tsx; apps/chat/src/pages/ToolsetEditor/CustomAppEditorView.tsx; apps/chat/src/hooks/toolsets/useToolsetEditorOAuthLogin.ts; apps/chat/src/models/custom-apps.ts; apps/chat/src/utils/toolsets.ts. Existing test evidence: [{"file": "libs/toolset-editor/src/components/ConnectMcpUrlContent/tests/ConnectMcpUrlContent.spec.tsx", "assertions": ["ConnectMcpUrlContent", "renders the default title, description, and copy button", "renders host-supplied labels instead of the defaults", "copies the endpoint URL to the clipboard", "announces the copy through the polite live region"]}, {"file": "libs/toolset-editor/src/components/AuthSection/tests/AuthSection.spec.tsx", "assertions": [",", "AuthSection", "type selection", "calls onAuthChange with ApiKey type when the ApiKey option is clicked", "calls onAuthChange with OAuth type when the OAuth option is clicked", "disables every non-selected auth-type option while the toolset is logged in, leaving the selected one enabled", "marks the active auth type as checked for assistive technology", "defaults a fresh OAuth selection to WithConfig so config fields are visible immediately", "defaults an OAuth selection to WithLogin when a client is already configured", "API Key conditional fields", "renders key header and API key inputs when ApiKey + WithLogin is active", "masks the API key value and exposes a reveal toggle", "renders only the key header input when ApiKey + WithoutLogin is active", "renders WithLogin and WithoutLogin radio buttons for ApiKey", "OAuth conditional fields"]}]. Reproduce project checks from the repository root with npm exec nx run @epam/ai-dial-toolset-editor:typecheck and the available test/lint targets. This documentation task does not rebuild or modify the application repository. The bundle checks its own examples separately. Existing test evidence includes: calls onAuthChange with ApiKey type when the ApiKey option is clicked.
Sources:
libs/toolset-editor/README.md:1-383
libs/toolset-editor/src/index.ts:1-47
libs/toolset-editor/package.json:1-41
libs/toolset-editor/src/components/ToolsetEditor/ToolsetEditor.tsx:58-425 — ToolsetEditor
libs/toolset-editor/src/models/toolset-editor-props.ts:74-150 — ToolsetEditorProps
apps/chat/src/pages/ToolsetEditor/ToolsetEditor.tsx:1-463
libs/toolset-editor/src/components/ConnectMcpUrlContent/tests/ConnectMcpUrlContent.spec.tsx:1-63
libs/toolset-editor/src/components/AuthSection/tests/AuthSection.spec.tsx:1-808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lib-toolset-editor-09
Review these constraints before choosing the library. No minimal fake backend: A working editor needs the required host callbacks and file component. Form identity: A new initialForm object reseeds the editing session. Boundary discrepancy: Current code imports chat-hooks symbols; document this wider dependency. The package is private in this snapshot. The presence of build/publish tooling is not evidence that a compatible release is available from a registry. For externally packed installations, inspect the repository publish tooling and host-install matrix and verify the resulting artifact separately.
Sources:
libs/toolset-editor/README.md:1-383
libs/toolset-editor/src/index.ts:1-47
libs/toolset-editor/package.json:1-41
libs/toolset-editor/src/components/ToolsetEditor/ToolsetEditor.tsx:58-425 — ToolsetEditor
libs/toolset-editor/src/models/toolset-editor-props.ts:74-150 — ToolsetEditorProps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Toolset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lib-toolset-editor-01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508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Toolset editor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21792" y="3145536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MCP toolset editing through an explicit host adapter.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179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boundary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7083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contract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1987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integration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" y="56875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@epam/ai-dial-toolset-editor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Toolset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lib-toolset-editor-02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library is useful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MCP toolset editing through an explicit host adapter.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toolset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metadata, endpoint, transport and authentication settings.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a draft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the identifier returned by the first successful save.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access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login and OAuth to host behavior.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Toolset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lib-toolset-editor-03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ownership boundary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and effects stay explicit.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form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49808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and setup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118104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92424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93592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93592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Persist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593592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or update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961888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36208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7376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37376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authentication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437376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Post-save login / OAuth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805672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79992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1160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callbacks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9281160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and navigate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03504" y="5349240"/>
            <a:ext cx="10927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Library: Form state, dirty/errors state and save orchestration around injected operations.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Toolset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lib-toolset-editor-04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contract to start with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ToolsetEditor · selected surface; full API index is in the bundle.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3474720"/>
                <a:gridCol w="753465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or operation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initialForm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ToolsetFormData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onPersist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(form: ToolsetFormData, toolsetId: string)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=&gt; Promise&lt;string | null&gt;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onOAuthLogin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ToolsetOAuthLoginHandler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authActions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ToolsetAuthActions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Toolset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lib-toolset-editor-05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workspace integration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/ React example · imports and host setup abridged.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3310128"/>
          </a:xfrm>
          <a:prstGeom prst="roundRect">
            <a:avLst>
              <a:gd name="adj" fmla="val 3315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98064"/>
            <a:ext cx="10561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ToolsetEditorDemo(host: ToolsetEditorProps) {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&lt;ToolsetEditor {...host} /&gt;;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host includes required persistence, authentication,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notification, file-manager and navigation callbacks.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See the complete contract in content/api-index.md.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4360" y="601675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example: examples/toolset-editor.tsx · uses @epam/ai-dial-toolset-editor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Toolset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lib-toolset-editor-06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a realistic host workflow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toolset editor focused on its public responsibility.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the adapter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the required persistence, file and auth callbacks.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toolset values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editor coordinate metadata and setup controls.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host operations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credential flows, endpoint calls and routing in the host.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Toolset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lib-toolset-editor-10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 candidate endpoint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 exported utility before host persistence.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3310128"/>
          </a:xfrm>
          <a:prstGeom prst="roundRect">
            <a:avLst>
              <a:gd name="adj" fmla="val 3315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98064"/>
            <a:ext cx="10561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valid = isValidEndpointUrl(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'https://example.com/mcp',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4360" y="601675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source-backed example · see examples/ and content/api-index.md.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Toolset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lib-toolset-editor-07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customization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integration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ToolsetEditorProps makes persistence, auth and file dependencies explicit.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metadata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GeneralForm reuses builder-form fields and validation.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URL resolver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buildMcpUrl receives the current draft identifier.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Toolset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lib-toolset-editor-08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integration and its checks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tests are evidence of intended behavior; suite results are not claimed.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2468880"/>
                <a:gridCol w="854049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to look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consumer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chat/pages/ToolsetEditor/ToolsetEditor.tsx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renders the default title, description, and copy button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calls onAuthChange with ApiKey type when the ApiKey option is clicked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Toolset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lib-toolset-editor-09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that affect integration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minimal fake backend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editor needs the required host callbacks and file component.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identity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initialForm object reseeds the editing session.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discrepancy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code imports chat-hooks symbols; document this wider dependency.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 DIAL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Toolset editor</dc:title>
  <dc:subject>Coordinate MCP toolset editing through an explicit host adapter.</dc:subject>
  <dc:creator>AI DIAL technical knowledge sharing</dc:creator>
  <cp:lastModifiedBy>AI DIAL technical knowledge sharing</cp:lastModifiedBy>
  <cp:revision>1</cp:revision>
  <dcterms:created xsi:type="dcterms:W3CDTF">2026-09-21T19:02:04Z</dcterms:created>
  <dcterms:modified xsi:type="dcterms:W3CDTF">2026-09-21T19:02:04Z</dcterms:modified>
</cp:coreProperties>
</file>