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lib-conversation-input-01
This session explains compose a message with deployment, attachment and voice controls. The library is a local private workspace package at libs/conversation-input. Its manifest, source exports, tests and actual consumers were inspected. Package publication has not been verified; use the workspace integration shown here.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lib-conversation-input-02
Start with a concrete caller need. Send a message: Collect text and attachments, then invoke a host callback. Control generation: Swap sending for a stop action while streaming. Support rich input: Wire deployment selection, settings and audio transcription. These scenarios describe integration supported by the current public surface; they do not assert measured performance or production certification.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lib-conversation-input-03
The library owns Composer interaction, local text/attachment state and input controls. The host owns Model data, upload and transcription services, sending and generation state.  The arrows show data/callback direction, not an implicit network request. The documented isolation rules and known implementation deviations are listed in qa-report.md.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lib-conversation-input-05
Run this example in the existing React 19 workspace using the package source aliases and its declared peers. For browser-only modules use a browser host. Full imports, types and required props are in examples/conversation-input.tsx. The stylesheet import must be loaded by the host. Host parameters in the complete example are typed integration requirements, not hidden globals. Expected behavior: Collect text and attachments, then invoke a host callback. Backend-dependent examples require a running configured service; the bundle type-checks them but does not call production services.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lib-conversation-input-06
Follow this concrete integration sequence. Collect intent: Let the composer gather text and emit onSend. Start the request: The host chooses the conversation and calls its adapter. Reflect generation: Pass the current input and generation state back to the UI. The complete typed module in examples/conversation-input.tsx shows the required imports and host inputs. Application-owned network, routing and persistence behavior must be supplied by the caller.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lib-conversation-input-07
Customization comes from the current exports and prop declarations. Controlled updates: messageRevision and textInsertion coordinate host-driven edits. Separate attachment UI: Import attachment cards and trays from attachment-input. Voice extension: Inject a transcription callback and supported deployment data.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lib-conversation-input-08
Actual consumers: apps/chat/src/hooks/conversation/useAudioTranscription.ts; libs/navigation-panel/src/components/NavigationSheet/NavigableBottomSheet.tsx; apps/chat/src/hooks/keyboard-shortcut/useKeyboardShortcutPreference.ts; apps/chat/src/pages/SettingsPage/PreferencesTab/PreferencesTab.tsx; apps/chat/src/hooks/navigation/useNavigationMenuGroups.tsx; libs/skills/src/hooks/useSkillSelectorOverlay/useSkillSelectorOverlay.tsx. Existing test evidence: [{"file": "libs/conversation-input/src/hooks/tests/useModelSelector.spec.tsx", "assertions": ["useModelSelector \u2014 selectorAriaLabel", "uses default label when no deployment is selected", "appends selected item displayName to the label", "uses custom ariaLabel from modelSelectorLabels", "falls back to item id when displayName is absent", "useModelSelector \u2014 menuItems", "returns empty array when deployments is undefined", "returns empty array when deployments is empty and no state label", "returns seven disabled skeleton items when deployments are loading", "prefers loading label over error and empty labels", "shows skeleton items during a reload even when deployments already exist", "falls back to error label when loading is absent", "returns one item per deployment preserving input order", "updates the active item when selectedDeploymentId changes", "item onClick calls onDeploymentChange with item id"]}, {"file": "libs/conversation-input/src/hooks/tests/useVoiceRecorder.spec.ts", "assertions": ["useVoiceRecorder", "transcribes actual browser MIME and releases microphone before recognition completes", "attaches audio when no recognition callback is provided", "ignores an old result after discard and a new recording", "shows failures and lets discard restore idle state", "releases microphone if permission resolves after unmount", "complete recording", "waits for Stop and sends all blobs as one file exactly once", "does not recognize a discarded recording", "ignores final browser events after cancellation", "releases late microphone permission after Stop without recognition"]}]. Reproduce project checks from the repository root with npm exec nx run @epam/ai-dial-conversation-input:typecheck and the available test/lint targets. This documentation task does not rebuild or modify the application repository. The bundle checks its own examples separately.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apps/chat/src/hooks/conversation/useAudioTranscription.ts:1-100
libs/conversation-input/src/hooks/tests/useModelSelector.spec.tsx:1-309
libs/conversation-input/src/hooks/tests/useVoiceRecorder.spec.ts:1-265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lib-conversation-input-09
Review these constraints before choosing the library. No completion client: onSend is the integration point for a real generation flow. Provider assumptions: Feature-specific settings and menus need caller-supplied data. Avoid state resets: Keep initialization and host insertion changes intentional.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libs/conversation-input/README.md:1-355
libs/conversation-input/src/index.ts:1-35
libs/conversation-input/package.json:1-42
libs/conversation-input/src/components/ConversationInput/ConversationInput.tsx:8-78 — ConversationInput
libs/conversation-input/src/models/ConversationInput.ts:182-455 — ConversationInputProps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Conversation input</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Compose a message with deployment, attachment and voice controls.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@epam/ai-dial-conversation-input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Compose a message with deployment, attachment and voice controls.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Send a message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Collect text and attachments, then invoke a host callback.</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Control generation</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Swap sending for a stop action while streaming.</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Support rich input</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Wire deployment selection, settings and audio transcription.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User input</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Text, files or voice</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Conversation Input</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Local composition</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on Send</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Text and attachments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workflow</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Persist and stream</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Composer interaction, local text/attachment state and input controls.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ConversationInput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onSend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((message: string, attachments: Attachment[])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onUploadAttachment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((attachment: Attachment) =&gt; Promise&lt;UploadedAttachmentResult&gt;)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isStreaming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onStop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ComposerDemo()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const [sent, setSent] = useState('');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&lt;ConversationInput placeholder="Write a demo message"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onSend={(message) =&gt; setSent(message)}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&lt;p role="status"&gt;{sent ? `Last demo message: ${sent}` : 'Ready'}&lt;/p&gt;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&lt;/&gt;;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examples/conversation-input.tsx · uses @epam/ai-dial-conversation-input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conversation input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Collect intent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Let the composer gather text and emit onSend.</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Start the request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chooses the conversation and calls its adapter.</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Reflect generation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the current input and generation state back to the UI.</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Controlled updates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messageRevision and textInsertion coordinate host-driven edits.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Separate attachment UI</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Import attachment cards and trays from attachment-input.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Voice extension</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Inject a transcription callback and supported deployment data.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chat/hooks/conversation/useAudioTranscription.ts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uses default label when no deployment is selected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transcribes actual browser MIME and releases microphone before recognition completes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input</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lib-conversation-input-09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completion client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onSend is the integration point for a real generation flow.</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Provider assumptions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Feature-specific settings and menus need caller-supplied data.</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Avoid state resets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Keep initialization and host insertion changes intentional.</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 input</dc:title>
  <dc:subject>Compose a message with deployment, attachment and voice controls.</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