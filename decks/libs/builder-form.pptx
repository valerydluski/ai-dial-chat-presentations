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lib-builder-form-01
This session explains give entity editors a shared structure and validation vocabulary. The library is a local private workspace package at libs/builder-form. Its manifest, source exports, tests and actual consumers were inspected. Package publication has not been verified; use the workspace integration shown here.
Sources:
libs/builder-form/README.md:1-420
libs/builder-form/src/index.ts:1-65
libs/builder-form/package.json:1-39
libs/builder-form/src/components/EditorLayout/EditorLayout.tsx:18-120 — EditorLayout
libs/builder-form/src/models/editor-layout-props.ts:24-45 — EditorLayoutProps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lib-builder-form-02
Start with a concrete caller need. Build an editor: Compose metadata and setup sections in a consistent page. Share field rules: Use one validator for name and version policies. Localize metadata: Edit additional deployment names and descriptions by locale. These scenarios describe integration supported by the current public surface; they do not assert measured performance or production certification.
Sources:
libs/builder-form/README.md:1-420
libs/builder-form/src/index.ts:1-65
libs/builder-form/package.json:1-39
libs/builder-form/src/components/EditorLayout/EditorLayout.tsx:18-120 — EditorLayout
libs/builder-form/src/models/editor-layout-props.ts:24-45 — EditorLayoutProps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lib-builder-form-03
The library owns Editor shells, field controls and pure validation error codes. The host owns Save behavior, routing, translated errors, avatar resolution and file access.  The arrows show data/callback direction, not an implicit network request. The documented isolation rules and known implementation deviations are listed in qa-report.md.
Sources:
libs/builder-form/README.md:1-420
libs/builder-form/src/index.ts:1-65
libs/builder-form/package.json:1-39
libs/builder-form/src/components/EditorLayout/EditorLayout.tsx:18-120 — EditorLayout
libs/builder-form/src/models/editor-layout-props.ts:24-45 — EditorLayoutProps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lib-builder-form-04
These are selected public symbols or props, not a complete API listing. Required versus optional props come from the TypeScript checker over the current source. All declarations, including the source file and line range, are retained in content/api-index.md and the per-project research JSON. 
Sources:
libs/builder-form/README.md:1-420
libs/builder-form/src/index.ts:1-65
libs/builder-form/package.json:1-39
libs/builder-form/src/components/EditorLayout/EditorLayout.tsx:18-120 — EditorLayout
libs/builder-form/src/models/editor-layout-props.ts:24-45 — EditorLayoutProps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lib-builder-form-05
Run this example in the existing React 19 workspace using the package source aliases and its declared peers. For browser-only modules use a browser host. Full imports, types and required props are in examples/builder-form.tsx. The stylesheet import must be loaded by the host. Host parameters in the complete example are typed integration requirements, not hidden globals. Expected behavior: Compose metadata and setup sections in a consistent page. Backend-dependent examples require a running configured service; the bundle type-checks them but does not call production services.
Sources:
libs/builder-form/README.md:1-420
libs/builder-form/src/index.ts:1-65
libs/builder-form/package.json:1-39
libs/builder-form/src/components/EditorLayout/EditorLayout.tsx:18-120 — EditorLayout
libs/builder-form/src/models/editor-layout-props.ts:24-45 — EditorLayoutProps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lib-builder-form-06
Follow this concrete integration sequence. Compose metadata: Place shared fields inside the editor sections. Validate values: Map validation error codes to localized field messages. Save through the host: Submit the validated values using the application adapter. The complete typed module in examples/builder-form.tsx shows the required imports and host inputs. Application-owned network, routing and persistence behavior must be supplied by the caller.
Sources:
libs/builder-form/README.md:1-420
libs/builder-form/src/index.ts:1-65
libs/builder-form/package.json:1-39
libs/builder-form/src/components/EditorLayout/EditorLayout.tsx:18-120 — EditorLayout
libs/builder-form/src/models/editor-layout-props.ts:24-45 — EditorLayoutProps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lib-builder-form-10
An empty name produces a validation error code. No translation service is invoked by the validator. The full example includes this call.
Sources:
libs/builder-form/README.md:1-420
libs/builder-form/src/index.ts:1-65
libs/builder-form/package.json:1-39
libs/builder-form/src/components/EditorLayout/EditorLayout.tsx:18-120 — EditorLayout
libs/builder-form/src/models/editor-layout-props.ts:24-45 — EditorLayoutProps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lib-builder-form-07
Customization comes from the current exports and prop declarations. Layout composition: EditorLayout exposes leftContent, rightContent and actions. Metadata fields: DeploymentCreationForm includes avatar, version, topics and locales. Policy switches: Name and version pattern checks are opt-in validator options. For UI, import the package stylesheet and use documented props or stable public classes. A component-level color override and inherited theme tokens are different levels of control. Locale strings and direction should be supplied by the host; do not introduce app i18n into a reusable library.
Sources:
libs/builder-form/README.md:1-420
libs/builder-form/src/index.ts:1-65
libs/builder-form/package.json:1-39
libs/builder-form/src/components/EditorLayout/EditorLayout.tsx:18-120 — EditorLayout
libs/builder-form/src/models/editor-layout-props.ts:24-45 — EditorLayoutProps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lib-builder-form-08
Actual consumers: libs/prompt-editor/src/components/PromptEditor/PromptEditor.tsx; libs/skill-editor/src/components/SkillEditor/SkillEditor.tsx; libs/toolset-editor/src/components/GeneralForm/GeneralForm.tsx; libs/toolset-editor/src/components/ToolsetEditor/ToolsetEditor.tsx; libs/toolset-editor/src/models/toolset-editor-props.ts; libs/toolset-editor/src/models/general-form-props.ts. Existing test evidence: [{"file": "libs/builder-form/src/components/DeploymentCreationForm/tests/DeploymentCreationForm.spec.tsx", "assertions": [",", "DeploymentCreationForm", "renders all shared fields", "calls onAddAvatarClick when the Add avatar button is clicked", "calls onChange with a name patch when the name input changes", "calls onChange with a description patch when the textarea changes", "surfaces a passed-in name error without validating itself", "renders no error when none is passed"]}, {"file": "libs/builder-form/src/components/AvatarPickerModal/tests/AvatarPickerModal.spec.tsx", "assertions": ["AvatarPickerModal", "renders the host file manager modal when open", "does not render the host file manager modal when closed", "forwards the file manager attach result to onAttach"]}]. Reproduce project checks from the repository root with npm exec nx run @epam/ai-dial-builder-form:typecheck and the available test/lint targets. This documentation task does not rebuild or modify the application repository. The bundle checks its own examples separately. Existing test evidence includes: renders all shared fields.
Sources:
libs/builder-form/README.md:1-420
libs/builder-form/src/index.ts:1-65
libs/builder-form/package.json:1-39
libs/builder-form/src/components/EditorLayout/EditorLayout.tsx:18-120 — EditorLayout
libs/builder-form/src/models/editor-layout-props.ts:24-45 — EditorLayoutProps
libs/prompt-editor/src/components/PromptEditor/PromptEditor.tsx:1-310
libs/builder-form/src/components/DeploymentCreationForm/tests/DeploymentCreationForm.spec.tsx:1-183
libs/builder-form/src/components/AvatarPickerModal/tests/AvatarPickerModal.spec.tsx:1-95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lib-builder-form-09
Review these constraints before choosing the library. Avatar ownership: Resolve iconPreviewUrl and open file selection in the host. Locale visibility: DeploymentLocalesField hides when no locale options are supplied. State is mixed: Some controls manage transient state; persistence remains outside. The package is private in this snapshot. The presence of build/publish tooling is not evidence that a compatible release is available from a registry. For externally packed installations, inspect the repository publish tooling and host-install matrix and verify the resulting artifact separately.
Sources:
libs/builder-form/README.md:1-420
libs/builder-form/src/index.ts:1-65
libs/builder-form/package.json:1-39
libs/builder-form/src/components/EditorLayout/EditorLayout.tsx:18-120 — EditorLayout
libs/builder-form/src/models/editor-layout-props.ts:24-45 — EditorLayoutProps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lib-builder-form-01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1792" y="314553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entity editors a shared structure and validation vocabulary.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boundary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083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contract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987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integration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" y="5687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@epam/ai-dial-builder-form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lib-builder-form-02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library is useful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entity editors a shared structure and validation vocabulary.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editor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metadata and setup sections in a consistent page.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field rules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validator for name and version policies.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 metadata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additional deployment names and descriptions by locale.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lib-builder-form-03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ownership boundary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effects stay explicit.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values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and labels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controls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changes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codes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or invalid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adapter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and persist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Editor shells, field controls and pure validation error codes.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lib-builder-form-04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contract to start with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EditorLayout · selected surface; full API index is in the bundle.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3474720"/>
                <a:gridCol w="753465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or operation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onBack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() =&gt; void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leftContent (optional)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ReactNode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rightContent (optional)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ReactNode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lib-builder-form-05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workspace integration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React example · imports and host setup abridged.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&lt;EditorLayout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title="Create demo deployment" onBack={onBack}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leftContent={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&lt;EditorSection title="Metadata"&gt;Demo fields&lt;/EditorSection&gt;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rightContent={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&lt;EditorSection title="Setup"&gt;Host setup&lt;/EditorSection&gt;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example: examples/builder-form.tsx · uses @epam/ai-dial-builder-form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lib-builder-form-06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 realistic host workflow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builder form focused on its public responsibility.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metadata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shared fields inside the editor sections.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values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validation error codes to localized field messages.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through the host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validated values using the application adapter.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lib-builder-form-10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without translating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maps error codes into messages.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codes = validateDeploymentCreationFields(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'', description: '', iconUrl: '',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version: '1.0.0', topics: [], otherLocales: [] },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validateNamePattern: true, validateVersionPattern: true },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source-backed example · see examples/ and content/api-index.md.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lib-builder-form-07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customization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composition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EditorLayout exposes leftContent, rightContent and actions.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fields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creation form includes avatar, version, topics and locales.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switches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and version pattern checks are opt-in validator options.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lib-builder-form-08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integration and its checks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tests are evidence of intended behavior; suite results are not claimed.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854049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to look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consumer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prompt-editor/src/components/PromptEditor/PromptEditor.tsx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renders all shared fields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renders the host file manager modal when open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form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lib-builder-form-09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that affect integration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ownership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iconPreviewUrl and open file selection in the host.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Locale visibility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locale editor hides when no locale options are supplied.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is mixed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controls manage transient state; persistence remains outside.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 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Builder form</dc:title>
  <dc:subject>Give entity editors a shared structure and validation vocabulary.</dc:subject>
  <dc:creator>AI DIAL technical knowledge sharing</dc:creator>
  <cp:lastModifiedBy>AI DIAL technical knowledge sharing</cp:lastModifiedBy>
  <cp:revision>1</cp:revision>
  <dcterms:created xsi:type="dcterms:W3CDTF">2026-09-21T18:59:28Z</dcterms:created>
  <dcterms:modified xsi:type="dcterms:W3CDTF">2026-09-21T18:59:28Z</dcterms:modified>
</cp:coreProperties>
</file>