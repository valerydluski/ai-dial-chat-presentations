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lib-chat-overlay-01
This session explains embed a running chat with a typed message protocol. The library is a local private workspace package at libs/chat-overlay. Its manifest, source exports, tests and actual consumers were inspected. Package publication has not been verified; use the workspace integration shown here.
Sources:
libs/chat-overlay/README.md:1-307
libs/chat-overlay/src/index.ts:1-4
libs/chat-overlay/package.json:1-30
libs/chat-overlay/src/lib/ChatOverlay.ts:110-494 — ChatOverlay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lib-chat-overlay-02
Start with a concrete caller need. Embed a full experience: Mount the chat iframe in a host-owned region. Control conversations: Set input, send requests and subscribe to events. Offer floating widgets: Use ChatOverlayManager for toggle/fullscreen chrome. These scenarios describe integration supported by the current public surface; they do not assert measured performance or production certification.
Sources:
libs/chat-overlay/README.md:1-307
libs/chat-overlay/src/index.ts:1-4
libs/chat-overlay/package.json:1-30
libs/chat-overlay/src/lib/ChatOverlay.ts:110-494 — ChatOverlay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lib-chat-overlay-03
The library owns Iframe lifecycle, protocol handshake, request correlation and optional widget chrome. The host owns Chat deployment, allowed origins, identity-provider policy and host page lifecycle.  The arrows show data/callback direction, not an implicit network request. The documented isolation rules and known implementation deviations are listed in qa-report.md.
Sources:
libs/chat-overlay/README.md:1-307
libs/chat-overlay/src/index.ts:1-4
libs/chat-overlay/package.json:1-30
libs/chat-overlay/src/lib/ChatOverlay.ts:110-494 — ChatOverlay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libs/chat-overlay/README.md:1-307
libs/chat-overlay/src/index.ts:1-4
libs/chat-overlay/package.json:1-30
libs/chat-overlay/src/lib/ChatOverlay.ts:110-494 — ChatOverlay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lib-chat-overlay-05
Run this example in the existing React 19 workspace using the package source aliases and its declared peers. For browser-only modules use a browser host. Full imports, types and required props are in examples/chat-overlay.ts. Host parameters in the complete example are typed integration requirements, not hidden globals. Expected behavior: Mount the chat iframe in a host-owned region. Backend-dependent examples require a running configured service; the bundle type-checks them but does not call production services.
Sources:
libs/chat-overlay/README.md:1-307
libs/chat-overlay/src/index.ts:1-4
libs/chat-overlay/package.json:1-30
libs/chat-overlay/src/lib/ChatOverlay.ts:110-494 — ChatOverlay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lib-chat-overlay-06
Follow this concrete integration sequence. Mount the iframe: Create ChatOverlay in an existing host-owned element. Wait for readiness: Await ready() before sending the initial input content. Match host lifetime: Subscribe to events; unsubscribe and destroy on teardown. The complete typed module in examples/chat-overlay.ts shows the required imports and host inputs. Application-owned network, routing and persistence behavior must be supplied by the caller.
Sources:
libs/chat-overlay/README.md:1-307
libs/chat-overlay/src/index.ts:1-4
libs/chat-overlay/package.json:1-30
libs/chat-overlay/src/lib/ChatOverlay.ts:110-494 — ChatOverlay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lib-chat-overlay-10
The full mountDemoOverlay function returns the teardown callback. Await the handshake before issuing normal requests. Destroy the overlay when its host container is no longer valid.
Sources:
libs/chat-overlay/README.md:1-307
libs/chat-overlay/src/index.ts:1-4
libs/chat-overlay/package.json:1-30
libs/chat-overlay/src/lib/ChatOverlay.ts:110-494 — ChatOverlay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lib-chat-overlay-07
Customization comes from the current exports and prop declarations. Framework-independent: The overlay implementation uses DOM/TypeScript rather than React. Lifecycle contract: Await ready, subscribe deliberately and destroy on unmount. Two integration levels: Direct overlay for a container; manager for floating widgets.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libs/chat-overlay/README.md:1-307
libs/chat-overlay/src/index.ts:1-4
libs/chat-overlay/package.json:1-30
libs/chat-overlay/src/lib/ChatOverlay.ts:110-494 — ChatOverlay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lib-chat-overlay-08
Actual consumers: apps/chat-overlay-sandbox/src/cases/ConversationListCase/ConversationListCase.tsx; apps/chat-overlay-sandbox/src/cases/EnabledFeaturesCase/EnabledFeaturesCase.tsx; apps/chat-overlay-sandbox/src/cases/ManagerOverlayCase/ManagerOverlayCase.tsx; apps/chat-overlay-sandbox/src/cases/DirectOverlayCase/DirectOverlayCase.tsx; apps/chat/src/components/CatalogView/CatalogView.tsx; apps/chat/src/pages/SettingsPage/PreferencesTab/PreferencesTab.tsx. Existing test evidence: [{"file": "libs/chat-overlay/src/lib/tests/ChatOverlay.spec.ts", "assertions": ["ChatOverlay", "throws a descriptive error when the root selector matches nothing", "creates an iframe with a non-empty accessible name", "allows auth popups to open outside the iframe sandbox", "styles the root, iframe, and loader from an injected stylesheet instead of inline styles", "injects the stylesheet once per document", "keeps a host loaderClass alongside the default loader class", "does not add the positioning class to a root with existing non-static positioning", "does not request microphone permission by default", "requests microphone permission when voice input is enabled", "hides the default loader on READY when loaderHideEvent is unset", "keeps the loader visible until the configured loaderHideEvent", "hides the loader even when loaderStyles pins an inline display", "keeps non-display loaderStyles entries after the loader hides", "reads the loader palette from themable custom properties"]}, {"file": "libs/chat-overlay/src/lib/tests/ChatOverlayManager.spec.ts", "assertions": ["ChatOverlayManager", "throws a descriptive error for an unknown overlayId", "creates a toggle button with a non-empty accessible name", "makes toggle, close, and fullscreen buttons keyboard-focusable in DOM order", "grants fullscreen permission to the iframe when allowFullscreen is set", "forwards ready() to the requested overlay", "shows the panel and hides the toggle button on showOverlay", "removes the container and toggle button on removeOverlay, and further calls throw", "destroys all overlays and stops recomputing layout on resize", "conversation-list method forwarding", "throws a descriptive error for an unknown overlayId for each new method", "forwards each new method to the underlying ChatOverlay instance with the same arguments", "forwards setOverlayOptions with enabledFeatures unchanged to the underlying ChatOverlay instance"]}]. Reproduce project checks from the repository root with npm exec nx run @epam/ai-dial-chat-overlay:typecheck and the available test/lint targets. This documentation task does not rebuild or modify the application repository. The bundle checks its own examples separately.
Sources:
libs/chat-overlay/README.md:1-307
libs/chat-overlay/src/index.ts:1-4
libs/chat-overlay/package.json:1-30
libs/chat-overlay/src/lib/ChatOverlay.ts:110-494 — ChatOverlay
apps/chat-overlay-sandbox/src/cases/ConversationListCase/ConversationListCase.tsx:1-317
libs/chat-overlay/src/lib/tests/ChatOverlay.spec.ts:1-1060
libs/chat-overlay/src/lib/tests/ChatOverlayManager.spec.ts:1-229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lib-chat-overlay-09
Review these constraints before choosing the library. Embedding policy: The server must allow the host origin in frame-ancestors. Auth constraints: Provider iframe behavior varies; configure supported login UI modes. No server replacement: The overlay still needs a running chat and backend.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libs/chat-overlay/README.md:1-307
libs/chat-overlay/src/index.ts:1-4
libs/chat-overlay/package.json:1-30
libs/chat-overlay/src/lib/ChatOverlay.ts:110-494 — ChatOverlay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Chat overlay</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Embed a running chat with a typed message protocol.</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@epam/ai-dial-chat-overlay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Embed a running chat with a typed message protocol.</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Embed a full experience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Mount the chat iframe in a host-owned region.</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Control conversations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Set input, send requests and subscribe to events.</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Offer floating widgets</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ChatOverlayManager for toggle/fullscreen chrome.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page</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Chat Overlay instance</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Readiness handshake</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Readiness event</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Embedded chat</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Handle typed requests</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Events and results</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Correlated host callbacks</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Iframe lifecycle, protocol handshake, request correlation and optional widget chrome.</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ChatOverlay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new ChatOverlay(root, options)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Mount and configure one iframe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ready()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Promise for the readiness handshake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setInputContent(text)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Request to the embedded chat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subscribe / destroy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Event lifecycle and cleanup</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overlay = new ChatOverlay('#demo-chat',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domain: 'https://chat.example.com',</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theme: 'dark',</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await overlay.ready();</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await overlay.setInputContent('Explain the architecture');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 host teardown:</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overlay.destroy();</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examples/chat-overlay.ts · uses @epam/ai-dial-chat-overlay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chat overlay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Mount the iframe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Create ChatOverlay in an existing host-owned element.</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Wait for readiness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Await ready() before sending the initial input content.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Match host lifetime</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Subscribe to events; unsubscribe and destroy on teardown.</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Subscribe and clean up</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Match event ownership to the host page lifecycle.</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unsubscribe = overlay.subscribe(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OverlayEventType.GptStartGenerating,</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 =&gt; console.info('Demo generation started'),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 host teardown:</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unsubscribe();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overlay.destroy();</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Focused source-backed example · see examples/ and content/api-index.md.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Any browser framework</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overlay implementation uses DOM/TypeScript rather than React.</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Lifecycle contract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Await ready, subscribe deliberately and destroy on unmount.</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Two integration levels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Direct overlay for a container; manager for floating widgets.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apps/chat-overlay-sandbox/src/cases/ConversationListCase/ConversationListCase.tsx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throws a descriptive error when the root selector matches nothing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throws a descriptive error for an unknown overlayId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overlay</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lib-chat-overlay-09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Embedding policy</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server must allow the host origin in frame-ancestors.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Auth constraints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Provider iframe behavior varies; configure supported login UI modes.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server replacement</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overlay still needs a running chat and backend.</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 overlay</dc:title>
  <dc:subject>Embed a running chat with a typed message protocol.</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