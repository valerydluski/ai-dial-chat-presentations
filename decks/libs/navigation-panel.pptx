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lib-navigation-panel-01
This session explains reuse navigation destinations across desktop and mobile chrome. The library is a local private workspace package at libs/navigation-panel. Its manifest, source exports, tests and actual consumers were inspected. Package publication has not been verified; use the workspace integration shown here.
Sources:
libs/navigation-panel/README.md:1-208
libs/navigation-panel/src/index.ts:1-54
libs/navigation-panel/package.json:1-40
libs/navigation-panel/src/components/NavigationPanel/NavigationPanel.tsx:29-111 — NavigationPanel
libs/navigation-panel/src/models/navigation-panel-props.ts:60-73 — NavigationPanelProps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lib-navigation-panel-02
Start with a concrete caller need. Navigate an app: Render a desktop destination rail. Use a phone: Show destinations and settings inside a bottom sheet. Declare settings once: Share menu groups across rail menus and mobile pages. These scenarios describe integration supported by the current public surface; they do not assert measured performance or production certification.
Sources:
libs/navigation-panel/README.md:1-208
libs/navigation-panel/src/index.ts:1-54
libs/navigation-panel/package.json:1-40
libs/navigation-panel/src/components/NavigationPanel/NavigationPanel.tsx:29-111 — NavigationPanel
libs/navigation-panel/src/models/navigation-panel-props.ts:60-73 — NavigationPanelProps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lib-navigation-panel-03
The library owns Rail, user menu, mobile sheet and its local page stack. The host owns Routes, authentication, active destination, labels and resolved brand assets.  The arrows show data/callback direction, not an implicit network request. The documented isolation rules and known implementation deviations are listed in qa-report.md.
Sources:
libs/navigation-panel/README.md:1-208
libs/navigation-panel/src/index.ts:1-54
libs/navigation-panel/package.json:1-40
libs/navigation-panel/src/components/NavigationPanel/NavigationPanel.tsx:29-111 — NavigationPanel
libs/navigation-panel/src/models/navigation-panel-props.ts:60-73 — NavigationPanelProps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lib-navigation-panel-04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libs/navigation-panel/README.md:1-208
libs/navigation-panel/src/index.ts:1-54
libs/navigation-panel/package.json:1-40
libs/navigation-panel/src/components/NavigationPanel/NavigationPanel.tsx:29-111 — NavigationPanel
libs/navigation-panel/src/models/navigation-panel-props.ts:60-73 — NavigationPanelProps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lib-navigation-panel-05
Run this example in the existing React 19 workspace using the package source aliases and its declared peers. For browser-only modules use a browser host. Full imports, types and required props are in examples/navigation-panel.tsx. The stylesheet import must be loaded by the host. Host parameters in the complete example are typed integration requirements, not hidden globals. Expected behavior: Render a desktop destination rail. Backend-dependent examples require a running configured service; the bundle type-checks them but does not call production services.
Sources:
libs/navigation-panel/README.md:1-208
libs/navigation-panel/src/index.ts:1-54
libs/navigation-panel/package.json:1-40
libs/navigation-panel/src/components/NavigationPanel/NavigationPanel.tsx:29-111 — NavigationPanel
libs/navigation-panel/src/models/navigation-panel-props.ts:60-73 — NavigationPanelProps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lib-navigation-panel-06
Follow this concrete integration sequence. Prepare destinations: The host supplies item ids, labels and active state. Render host links: Use renderLink to bind each item to the chosen router. Reflect navigation: Update active state when the application route changes. The complete typed module in examples/navigation-panel.tsx shows the required imports and host inputs. Application-owned network, routing and persistence behavior must be supplied by the caller.
Sources:
libs/navigation-panel/README.md:1-208
libs/navigation-panel/src/index.ts:1-54
libs/navigation-panel/package.json:1-40
libs/navigation-panel/src/components/NavigationPanel/NavigationPanel.tsx:29-111 — NavigationPanel
libs/navigation-panel/src/models/navigation-panel-props.ts:60-73 — NavigationPanelProps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lib-navigation-panel-07
Customization comes from the current exports and prop declarations. Router integration: renderLink wraps destination children with the host link element. Mobile stack: NavigableBottomSheet and useSheetNavigation manage drill-down pages. Shared menus: NavigationMenuGroup describes selectable settings options.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libs/navigation-panel/README.md:1-208
libs/navigation-panel/src/index.ts:1-54
libs/navigation-panel/package.json:1-40
libs/navigation-panel/src/components/NavigationPanel/NavigationPanel.tsx:29-111 — NavigationPanel
libs/navigation-panel/src/models/navigation-panel-props.ts:60-73 — NavigationPanelProps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lib-navigation-panel-08
Actual consumers: apps/chat/src/components/Navigation/Navigation.tsx; apps/chat/src/hooks/navigation/useNavigationMenuGroups.tsx; apps/chat/src/hooks/navigation/useNavigationItems.ts; apps/chat/src/hooks/navigation/useNavigationUserProfile.ts. Existing test evidence: [{"file": "libs/navigation-panel/src/components/NavigationPanel/tests/NavigationPanel.spec.tsx", "assertions": ["NavigationPanel", "renders the nav landmark with the given accessible name", "renders one labelled button per item", "marks only the active item with aria-current=", "wraps items in plain anchors carrying their href by default", "delegates link rendering to renderLink when provided", "renders the logo link when a logo is supplied", "omits the logo link when no logo is supplied", "renders the footer slot", "NavigationPanel \u2014 public class names", "stamps the rail and every item"]}, {"file": "libs/navigation-panel/src/components/UserMenu/tests/UserMenu.spec.tsx", "assertions": ["UserMenu", "labels the avatar trigger", "renders the avatar image when an image URL is supplied", "falls back to initials when no image URL is supplied", "reports a broken avatar image through onImageError", "renders each settings group with its options", "marks the applied option as the checked single choice of the menu", "applies an option through its onSelect callback", "skips groups that have no options", "calls onLogout when the log-out entry is clicked", "renders a settings entry when onSettings is provided", "does not render a settings entry when onSettings is omitted", "calls onSettings when the settings entry is clicked"]}]. Reproduce project checks from the repository root with npm exec nx run @epam/ai-dial-navigation-panel:typecheck and the available test/lint targets. This documentation task does not rebuild or modify the application repository. The bundle checks its own examples separately.
Sources:
libs/navigation-panel/README.md:1-208
libs/navigation-panel/src/index.ts:1-54
libs/navigation-panel/package.json:1-40
libs/navigation-panel/src/components/NavigationPanel/NavigationPanel.tsx:29-111 — NavigationPanel
libs/navigation-panel/src/models/navigation-panel-props.ts:60-73 — NavigationPanelProps
apps/chat/src/components/Navigation/Navigation.tsx:1-129
libs/navigation-panel/src/components/NavigationPanel/tests/NavigationPanel.spec.tsx:1-143
libs/navigation-panel/src/components/UserMenu/tests/UserMenu.spec.tsx:1-245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lib-navigation-panel-09
Review these constraints before choosing the library. Responsive selection: The host chooses which surface to render. No login system: UserMenu displays supplied profile data and callbacks. Explicit logos: Resolve logo URLs before passing them into NavigationPanel.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libs/navigation-panel/README.md:1-208
libs/navigation-panel/src/index.ts:1-54
libs/navigation-panel/package.json:1-40
libs/navigation-panel/src/components/NavigationPanel/NavigationPanel.tsx:29-111 — NavigationPanel
libs/navigation-panel/src/models/navigation-panel-props.ts:60-73 — NavigationPanelProps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Navigation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lib-navigation-panel-01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Navigation panel</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Reuse navigation destinations across desktop and mobile chrome.</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@epam/ai-dial-navigation-panel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Navigation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lib-navigation-panel-02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Reuse navigation destinations across desktop and mobile chrome.</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Navigate an app</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Render a desktop destination rail.</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Use a phone</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Show destinations and settings inside a bottom sheet.</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Declare settings once</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Share menu groups across rail menus and mobile pages.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Navigation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lib-navigation-panel-03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destinations</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Items and active flags</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Navigation surface</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Rail or sheet</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render Link / callback</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Host-owned behavior</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route</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Selected destination</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Rail, user menu, mobile sheet and its local page stack.</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Navigation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lib-navigation-panel-04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NavigationPanel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items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NavigationPanelItem[]</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labels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NavigationPanelLabels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renderLink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NavigationLinkRenderer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footer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ReactNode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Navigation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lib-navigation-panel-05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&lt;NavigationPanel</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items={items}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labels={{ ariaLabel: 'Demo navigation'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renderLink={(item, children) =&gt;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&lt;a href={item.id}&gt;{children}&lt;/a&gt;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/&gt;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examples/navigation-panel.tsx · uses @epam/ai-dial-navigation-panel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Navigation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lib-navigation-panel-06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navigation panel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Prepare destinations</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supplies item ids, labels and active state.</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Render host links</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renderLink to bind each item to the chosen router.</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Reflect navigation</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Update active state when the application route changes.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Navigation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lib-navigation-panel-07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Router integration</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renderLink wraps destination children with the host link element.</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Mobile stack</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the bottom sheet and its navigation hook for drill-down pages.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Shared menus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NavigationMenuGroup describes selectable settings options.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Navigation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lib-navigation-panel-08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chat/components/Navigation/Navigation.tsx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the nav landmark with the given accessible name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labels the avatar trigger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Navigation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lib-navigation-panel-09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Responsive selection</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chooses which surface to render.</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No login system</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UserMenu displays supplied profile data and callbacks.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Explicit logos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Resolve logo URLs before passing them into NavigationPanel.</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Navigation panel</dc:title>
  <dc:subject>Reuse navigation destinations across desktop and mobile chrome.</dc:subject>
  <dc:creator>AI DIAL technical knowledge sharing</dc:creator>
  <cp:lastModifiedBy>AI DIAL technical knowledge sharing</cp:lastModifiedBy>
  <cp:revision>1</cp:revision>
  <dcterms:created xsi:type="dcterms:W3CDTF">2026-09-21T18:59:28Z</dcterms:created>
  <dcterms:modified xsi:type="dcterms:W3CDTF">2026-09-21T18:59:28Z</dcterms:modified>
</cp:coreProperties>
</file>