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lib-prompt-editor-01
This session explains author reusable prompt content while leaving persistence to the host. The library is a local private workspace package at libs/prompt-editor. Its manifest, source exports, tests and actual consumers were inspected. Package publication has not been verified; use the workspace integration shown here.
Sources:
libs/prompt-editor/README.md:1-160
libs/prompt-editor/src/index.ts:1-16
libs/prompt-editor/package.json:1-37
libs/prompt-editor/src/components/PromptEditor/PromptEditor.tsx:68-310 — PromptEditor
libs/prompt-editor/src/models/prompt-editor-props.ts:125-162 — PromptEditorProps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lib-prompt-editor-02
Start with a concrete caller need. Create a prompt: Edit name, description and Markdown content. Revise a prompt: Seed the form with stable initialValues. Add folder controls: Compose PromptFolderField separately when needed. These scenarios describe integration supported by the current public surface; they do not assert measured performance or production certification.
Sources:
libs/prompt-editor/README.md:1-160
libs/prompt-editor/src/index.ts:1-16
libs/prompt-editor/package.json:1-37
libs/prompt-editor/src/components/PromptEditor/PromptEditor.tsx:68-310 — PromptEditor
libs/prompt-editor/src/models/prompt-editor-props.ts:125-162 — PromptEditorProps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lib-prompt-editor-03
The library owns Prompt form fields, editing state and optional folder-field UI. The host owns Save/load operations, validation errors, routes and folder mutations.  The arrows show data/callback direction, not an implicit network request. The documented isolation rules and known implementation deviations are listed in qa-report.md.
Sources:
libs/prompt-editor/README.md:1-160
libs/prompt-editor/src/index.ts:1-16
libs/prompt-editor/package.json:1-37
libs/prompt-editor/src/components/PromptEditor/PromptEditor.tsx:68-310 — PromptEditor
libs/prompt-editor/src/models/prompt-editor-props.ts:125-162 — PromptEditorProps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libs/prompt-editor/README.md:1-160
libs/prompt-editor/src/index.ts:1-16
libs/prompt-editor/package.json:1-37
libs/prompt-editor/src/components/PromptEditor/PromptEditor.tsx:68-310 — PromptEditor
libs/prompt-editor/src/models/prompt-editor-props.ts:125-162 — PromptEditorProps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lib-prompt-editor-05
Run this example in the existing React 19 workspace using the package source aliases and its declared peers. For browser-only modules use a browser host. Full imports, types and required props are in examples/prompt-editor.tsx. The stylesheet import must be loaded by the host. Host parameters in the complete example are typed integration requirements, not hidden globals. Expected behavior: Edit name, description and Markdown content. Backend-dependent examples require a running configured service; the bundle type-checks them but does not call production services.
Sources:
libs/prompt-editor/README.md:1-160
libs/prompt-editor/src/index.ts:1-16
libs/prompt-editor/package.json:1-37
libs/prompt-editor/src/components/PromptEditor/PromptEditor.tsx:68-310 — PromptEditor
libs/prompt-editor/src/models/prompt-editor-props.ts:125-162 — PromptEditorProps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lib-prompt-editor-06
Follow this concrete integration sequence. Load a prompt: Supply initialValues with a name and prompt content. Edit and submit: The editor collects the next values through onSubmit. Save in the host: Persist through an app adapter and decide where to navigate. The complete typed module in examples/prompt-editor.tsx shows the required imports and host inputs. Application-owned network, routing and persistence behavior must be supplied by the caller.
Sources:
libs/prompt-editor/README.md:1-160
libs/prompt-editor/src/index.ts:1-16
libs/prompt-editor/package.json:1-37
libs/prompt-editor/src/components/PromptEditor/PromptEditor.tsx:68-310 — PromptEditor
libs/prompt-editor/src/models/prompt-editor-props.ts:125-162 — PromptEditorProps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lib-prompt-editor-07
Customization comes from the current exports and prop declarations. Load and save states: isLoading, hasLoadError and isSaving drive the form experience. Editor customization: Pass labels, limits and markdownEditorTheme. Separate folder field: PromptFolderField delegates mutations through folderActions.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libs/prompt-editor/README.md:1-160
libs/prompt-editor/src/index.ts:1-16
libs/prompt-editor/package.json:1-37
libs/prompt-editor/src/components/PromptEditor/PromptEditor.tsx:68-310 — PromptEditor
libs/prompt-editor/src/models/prompt-editor-props.ts:125-162 — PromptEditorProps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lib-prompt-editor-08
Actual consumers: apps/chat/src/pages/PromptEditor/PromptEditor.tsx. Existing test evidence: [{"file": "libs/prompt-editor/src/components/PromptEditor/tests/PromptEditor.classes.spec.tsx", "assertions": ["PromptEditor \u2014 public class names", "stamps the form column that holds the fields"]}, {"file": "libs/prompt-editor/src/components/PromptEditor/tests/PromptEditor.spec.tsx", "assertions": ["PromptEditor", "renders the create heading by default", "renders a flat form without section headings, a version field, or a folder picker", "renders the edit heading in edit mode", "seeds the fields from initialValues", "re-seeds the fields when initialValues arrives later", "submits the entered values", "does not validate on its own \u2014 the host owns the storage contract", "renders host-supplied inline errors", "blocks submission and announces status while saving", "renders a labelled spinner instead of the form while loading", "renders an error state with retry instead of an empty form on load failure", "omits the retry button when the host cannot retry", "calls onCancel without submitting", "calls the dedicated back callback from the header"]}]. Reproduce project checks from the repository root with npm exec nx run @epam/ai-dial-prompt-editor:typecheck and the available test/lint targets. This documentation task does not rebuild or modify the application repository. The bundle checks its own examples separately.
Sources:
libs/prompt-editor/README.md:1-160
libs/prompt-editor/src/index.ts:1-16
libs/prompt-editor/package.json:1-37
libs/prompt-editor/src/components/PromptEditor/PromptEditor.tsx:68-310 — PromptEditor
libs/prompt-editor/src/models/prompt-editor-props.ts:125-162 — PromptEditorProps
apps/chat/src/pages/PromptEditor/PromptEditor.tsx:1-282
libs/prompt-editor/src/components/PromptEditor/tests/PromptEditor.classes.spec.tsx:1-39
libs/prompt-editor/src/components/PromptEditor/tests/PromptEditor.spec.tsx:1-247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lib-prompt-editor-09
Review these constraints before choosing the library. No built-in folder picker: PromptEditor itself renders no folder field. Stable initial values: Changing their identity can reseed editing state. Host validation: Backend naming and storage rules do not belong in this form.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libs/prompt-editor/README.md:1-160
libs/prompt-editor/src/index.ts:1-16
libs/prompt-editor/package.json:1-37
libs/prompt-editor/src/components/PromptEditor/PromptEditor.tsx:68-310 — PromptEditor
libs/prompt-editor/src/models/prompt-editor-props.ts:125-162 — PromptEditorProps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Prompt editor</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Author reusable prompt content while leaving persistence to the host.</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@epam/ai-dial-prompt-editor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Author reusable prompt content while leaving persistence to the host.</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Create a prompt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Edit name, description and Markdown content.</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Revise a prompt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Seed the form with stable initialValues.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Add folder controls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Compose PromptFolderField separately when needed.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load</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Initial values and errors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Prompt Editor</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Local editing</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on Submit</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Prompt Editor Values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save</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Validate and persist</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Prompt form fields, editing state and optional folder-field UI.</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PromptEditor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onSubmit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(values: PromptEditorValues)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onCancel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initialValues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Partial&lt;PromptEditorValues&gt;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errors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PromptEditorErrors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&lt;PromptEditor</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initialValues={{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name: 'Demo summary',</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content: 'Summarize {{topic}}',</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onSubmit={save}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onCancel={onCancel}</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examples/prompt-editor.tsx · uses @epam/ai-dial-prompt-editor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prompt editor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Load a prompt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initialValues with a name and prompt content.</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Edit and submit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editor collects the next values through onSubmit.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Save in the host</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Persist through an app adapter and decide where to navigate.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Load and save states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isLoading, hasLoadError and isSaving drive the form experience.</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Editor customization</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Pass labels, limits and markdownEditorTheme.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Separate folder field</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PromptFolderField delegates mutations through folderActions.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chat/pages/PromptEditor/PromptEditor.tsx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stamps the form column that holds the fields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create heading by default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 editor</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lib-prompt-editor-09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built-in folder picker</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PromptEditor itself renders no folder field.</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Stable initial values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Changing their identity can reseed editing state.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Host validation</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Backend naming and storage rules do not belong in this form.</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editor</dc:title>
  <dc:subject>Author reusable prompt content while leaving persistence to the host.</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