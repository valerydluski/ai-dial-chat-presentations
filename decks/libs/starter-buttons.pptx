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lib-starter-buttons-01
This session explains offer prompt starters that fit the available space. The library is a local private workspace package at libs/starter-buttons. Its manifest, source exports, tests and actual consumers were inspected. Package publication has not been verified; use the workspace integration shown here.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lib-starter-buttons-02
Start with a concrete caller need. Start a conversation: Expose useful first actions before the user types. Handle narrow screens: Move excess choices to the overflow menu. Keep behavior explicit: The host decides what a selected starter does. These scenarios describe integration supported by the current public surface; they do not assert measured performance or production certification.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lib-starter-buttons-03
The library owns Starter layout, available-space measurement and overflow controls. The host owns Starter data, mobile mode when supplied and send/populate behavior.  The arrows show data/callback direction, not an implicit network request. The documented isolation rules and known implementation deviations are listed in qa-report.md.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lib-starter-buttons-05
Run this example in the existing React 19 workspace using the package source aliases and its declared peers. For browser-only modules use a browser host. Full imports, types and required props are in examples/starter-buttons.tsx. The stylesheet import must be loaded by the host. Host parameters in the complete example are typed integration requirements, not hidden globals. Expected behavior: Expose useful first actions before the user types. Backend-dependent examples require a running configured service; the bundle type-checks them but does not call production services.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lib-starter-buttons-06
Follow this concrete integration sequence. Choose starter options: The host supplies the available starter records. Render choices: StarterButtons handles the list and overflow presentation. Apply the selection: Use onSelect to fill or send content through the host. The complete typed module in examples/starter-buttons.tsx shows the required imports and host inputs. Application-owned network, routing and persistence behavior must be supplied by the caller.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lib-starter-buttons-07
Customization comes from the current exports and prop declarations. Responsive overflow: Measured space determines which options remain visible. Collapse policy: isCollapsible changes the overflow behavior. Accessible names: labels names the list and the overflow action.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lib-starter-buttons-08
Actual consumers: apps/chat/src/components/StarterButtons/StarterButtons.tsx. Existing test evidence: [{"file": "libs/starter-buttons/src/components/StarterButtons/tests/StarterButtons.spec.tsx", "assertions": ["StarterButtons", "collapses the starters that do not fit into an overflow menu by default", "renders every starter and no overflow menu when collapsing is off"]}, {"file": "libs/starter-buttons/src/components/StarterButtons/tests/StarterButtons.classes.spec.tsx", "assertions": ["StarterButtons \u2014 public class names", "stamps the list and the wrapper around it", "keeps both classes in the non-collapsible layout"]}]. Reproduce project checks from the repository root with npm exec nx run @epam/ai-dial-starter-buttons:typecheck and the available test/lint targets. This documentation task does not rebuild or modify the application repository. The bundle checks its own examples separately.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apps/chat/src/components/StarterButtons/StarterButtons.tsx:1-34
libs/starter-buttons/src/components/StarterButtons/tests/StarterButtons.spec.tsx:1-48
libs/starter-buttons/src/components/StarterButtons/tests/StarterButtons.classes.spec.tsx:1-64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lib-starter-buttons-09
Review these constraints before choosing the library. Use the actual shape: StarterOption includes const and dial:widgetOptions. No completion side effect: Selecting emits a value; the host controls submission. Layout needs space: Render inside the actual constrained input area.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libs/starter-buttons/README.md:1-150
libs/starter-buttons/src/index.ts:1-7
libs/starter-buttons/package.json:1-39
libs/starter-buttons/src/components/StarterButtons/StarterButtons.tsx:26-193 — StarterButtons
libs/starter-buttons/src/models/starter-props.ts:20-38 — StarterButtonsProps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prompt starters that fit the available space.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@epam/ai-dial-starter-buttons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prompt starters that fit the available space.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useful first actions before the user types.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narrow screens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excess choices to the overflow menu.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behavior explicit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decides what a selected starter does.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deployment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Option[]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and overflow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Select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Starter Option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composer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or submit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Starter layout, available-space measurement and overflow controls.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StarterButtons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StarterOption[]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onSelect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(starter: StarterOption)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StarterButtonsLabels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isCollapsible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StartersDemo({ starters, onSelect }: 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starters: StarterOption[]; onSelect: (starter: StarterOption) =&gt; void;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&lt;StarterButtons starters={starters} onSelect={onSelect}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labels={{ list: 'Demo starters', overflow: 'More starters' }} /&gt;;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examples/starter-buttons.tsx · uses @epam/ai-dial-starter-buttons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starter buttons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starter options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supplies the available starter records.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choices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StarterButtons handles the list and overflow presentation.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selection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onSelect to fill or send content through the host.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overflow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space determines which options remain visible.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policy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isCollapsible changes the overflow behavior.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names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names the list and the overflow action.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chat/components/StarterButtons/StarterButtons.tsx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collapses the starters that do not fit into an overflow menu by default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stamps the list and the wrapper around it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buttons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lib-starter-buttons-09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actual shape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StarterOption includes const and dial:widgetOptions.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completion side effect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emits a value; the host controls submission.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needs space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inside the actual constrained input area.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 buttons</dc:title>
  <dc:subject>Offer prompt starters that fit the available space.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