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lib-chat-api-client-01
This session explains generate typed operations from the backend openapi contract. The library is a local private workspace package at libs/chat-api-client. Its manifest, source exports, tests and actual consumers were inspected. Package publication has not been verified; use the workspace integration shown here.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lib-chat-api-client-02
Start with a concrete caller need. Call the BFF: Use typed API classes from application adapters. Evolve an endpoint: Change Swagger/DTO sources, then regenerate. Inspect transport details: Use Raw operations when headers or the Response are needed. These scenarios describe integration supported by the current public surface; they do not assert measured performance or production certification.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lib-chat-api-client-03
The library owns Generated endpoint paths, DTOs, serializers and Fetch transport runtime. The host owns Base URL, credentials, CSRF policy, middleware and application error presentation.  The arrows show data/callback direction, not an implicit network request. The documented isolation rules and known implementation deviations are listed in qa-report.md.
Sources:
libs/chat-api-client/README.md:1-68
libs/chat-api-client/src/index.ts:1-1
libs/chat-api-client/package.json:1-41
libs/chat-api-client/src/generated/src/apis/DeploymentsApi.ts:43-250 — DeploymentsApi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lib-chat-api-client-05
Run this example in the existing React 19 workspace using the package source aliases and its declared peers. For browser-only modules use a browser host. Full imports, types and required props are in examples/chat-api-client.ts. Host parameters in the complete example are typed integration requirements, not hidden globals. Expected behavior: Use typed API classes from application adapters. Backend-dependent examples require a running configured service; the bundle type-checks them but does not call production services.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lib-chat-api-client-06
Follow this concrete integration sequence. Configure transport: Create a stable Configuration with origin and middleware. Call an operation: Use listDeployments() for the parsed response DTO. Handle the outcome: Render the result or handle the rejected request in the host. The complete typed module in examples/chat-api-client.ts shows the required imports and host inputs. Application-owned network, routing and persistence behavior must be supplied by the caller.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lib-chat-api-client-10
The Raw signature requires the request object even when every query field is optional. The normal listDeployments method defaults that object. This distinction is enforced by the example TypeScript check.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lib-chat-api-client-07
Customization comes from the current exports and prop declarations. Normal vs Raw: Normal methods resolve values; Raw methods expose the response wrapper. Configurable transport: Configuration accepts basePath, credentials and middleware. Regeneration scripts: npm run openapi and openapi:check maintain the checked-in artifacts.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libs/chat-api-client/README.md:1-68
libs/chat-api-client/src/index.ts:1-1
libs/chat-api-client/package.json:1-41
libs/chat-api-client/src/generated/src/apis/DeploymentsApi.ts:43-250 — DeploymentsApi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lib-chat-api-client-08
Actual consumers: libs/usage-dashboard/src/utils/map-user-usage-to-model-limits.ts; libs/usage-dashboard/src/utils/map-usage-data-to-dashboard.ts; apps/chat/src/pages/Conversation/Conversation.tsx; apps/chat/src/pages/ToolsetAuthCallback/ToolsetAuthCallback.tsx; apps/chat/src/pages/ScheduledTaskDetailPage/ScheduledTaskDetailPage.tsx; libs/chat-hooks/src/conversation/create-chat-stream-api.ts. Existing test evidence: []. Reproduce project checks from the repository root with npm exec nx run chat-api-client:typecheck and the available test/lint targets. This documentation task does not rebuild or modify the application repository. The bundle checks its own examples separately.
Sources:
libs/chat-api-client/README.md:1-68
libs/chat-api-client/src/index.ts:1-1
libs/chat-api-client/package.json:1-41
libs/chat-api-client/src/generated/src/apis/DeploymentsApi.ts:43-250 — DeploymentsApi
libs/usage-dashboard/src/utils/map-user-usage-to-model-limits.ts:1-494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lib-chat-api-client-09
Review these constraints before choosing the library. Never hand-edit generated code: Regeneration overwrites manual client edits. Real API names: Use DeploymentsApi; the README ModelsApi example is stale. Streaming needs care: Host adapters handle documented raw stream/DTO gaps.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libs/chat-api-client/README.md:1-68
libs/chat-api-client/src/index.ts:1-1
libs/chat-api-client/package.json:1-41
libs/chat-api-client/src/generated/src/apis/DeploymentsApi.ts:43-250 — DeploymentsApi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API client</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Generate typed operations from the backend OpenAPI contract.</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@epam/ai-dial-chat-api-client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Generate typed operations from the backend OpenAPI contract.</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Call the BFF</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typed API classes from application adapters.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Evolve an endpoint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Change Swagger/DTO sources, then regenerate.</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Inspect transport details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Raw operations when headers or the Response are needed.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Nest controllers</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Swagger and DTOs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Open API document</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Generator input</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Generated client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Typed operations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 adapter</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Configured calls</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Generated endpoint paths, DTOs, serializers and Fetch transport runtime.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DeploymentsApi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Configuration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basePath, credentials, middleware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listDeployments()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Promise&lt;DeploymentsResponseDto&gt;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listDeploymentsRaw({})</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Raw response wrapper and value()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Generation source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Nest Swagger + openapi.json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api = new DeploymentsApi(</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new Configuration({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basePath: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credentials: 'include',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deployments = await api.listDeployments();</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examples/chat-api-client.ts · uses @epam/ai-dial-chat-api-client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chat api client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Configure transport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Create a stable Configuration with origin and middleware.</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Call an operation</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listDeployments() for the parsed response DTO.</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the outcome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 the result or handle the rejected request in the host.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Preserve transport details when needed</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Raw operations keep the underlying Response available.</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response = await api.listDeploymentsRaw({});</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status = response.raw.status;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data = await response.value();</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Normal vs Raw</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Normal methods resolve values; Raw methods expose the response wrapper.</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Configurable transport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Configuration accepts basePath, credentials and middleware.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Regeneration scripts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npm run openapi and openapi:check maintain the checked-in artifacts.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usage-dashboard/src/utils/map-user-usage-to-model-limits.ts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Validation workflow</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Regeneration, typecheck and downstream consumers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API client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lib-chat-api-client-09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Never hand-edit generated code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Regeneration overwrites manual client edits.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Real API names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DeploymentsApi; the README ModelsApi example is stale.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Streaming needs care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Host adapters handle documented raw stream/DTO gaps.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API client</dc:title>
  <dc:subject>Generate typed operations from the backend OpenAPI contract.</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