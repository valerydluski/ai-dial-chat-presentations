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lib-chat-hooks-01
This session explains reuse headless request lifecycles and chat-interface behavior. The library is a local private workspace package at libs/chat-hooks. Its manifest, source exports, tests and actual consumers were inspected. Package publication has not been verified; use the workspace integration shown here.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lib-chat-hooks-02
Start with a concrete caller need. Build a custom chat: Reuse stream state, scrolling and attachment behavior. Keep rendering separate: Connect returned data and callbacks to your own UI. Limit imports: Use the dependency-focused public subpaths. These scenarios describe integration supported by the current public surface; they do not assert measured performance or production certification.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lib-chat-hooks-03
The library owns Reusable hook state, data mapping and permitted thin operation wrappers. The host owns Configured clients, authentication setup, routing, app contexts and translated labels.  The arrows show data/callback direction, not an implicit network request. The documented isolation rules and known implementation deviations are listed in qa-report.md.
Sources:
libs/chat-hooks/README.md:1-3809
libs/chat-hooks/src/index.ts:1-184
libs/chat-hooks/package.json:1-266
libs/chat-hooks/src/useShareLink/useShareLink.ts:49-109 — useShareLink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lib-chat-hooks-05
Run this example in the existing React 19 workspace using the package source aliases and its declared peers. For browser-only modules use a browser host. Full imports, types and required props are in examples/chat-hooks.tsx. Host parameters in the complete example are typed integration requirements, not hidden globals. Expected behavior: Reuse stream state, scrolling and attachment behavior. Backend-dependent examples require a running configured service; the bundle type-checks them but does not call production services.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lib-chat-hooks-06
Follow this concrete integration sequence. Keep the client stable: Inject a configured ShareApi operation into useShareLink. Render the lifecycle: Read data, isLoading and error from the hook result. Change link access: Call setAccess to request a link for the new access level. The complete typed module in examples/chat-hooks.tsx shows the required imports and host inputs. Application-owned network, routing and persistence behavior must be supplied by the caller.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lib-chat-hooks-10
The full ShareLifecycleDemo example receives Pick&lt;ShareApi, createShareLink&gt;. Changing access requests a new link. The hook uses request identifiers to avoid overwriting newer results with stale responses. Pass origin explicitly when the default browser-global expression is unsuitable.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lib-chat-hooks-07
Customization comes from the current exports and prop declarations. Small layout entry: /viewport-layout includes useViewportWidth with listener cleanup. Request lifecycle: useShareLink manages link loading, access changes and stale response guards. Broad feature entries: Conversation, files, catalog, OAuth and MCP have explicit subpaths.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libs/chat-hooks/README.md:1-3809
libs/chat-hooks/src/index.ts:1-184
libs/chat-hooks/package.json:1-266
libs/chat-hooks/src/useShareLink/useShareLink.ts:49-109 — useShareLink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lib-chat-hooks-08
Actual consumers: libs/toolset-editor/src/components/AuthSection/AuthSection.tsx; libs/toolset-editor/src/components/GeneralForm/GeneralForm.tsx; libs/toolset-editor/src/components/ToolsetEditor/ToolsetEditor.tsx; libs/toolset-editor/src/models/toolset-form.ts; libs/toolset-editor/src/utils/toolsets.ts; libs/toolset-editor/src/constants/toolsets.ts. Existing test evidence: [{"file": "libs/chat-hooks/src/conversation/useImportFilePicker/tests/useImportFilePicker.spec.ts", "assertions": ["useImportFilePicker", "selects a file and resets the input so the same file can be selected again", "programmatically clicks the attached input", "applies and clears the host-resolved accept value"]}, {"file": "libs/chat-hooks/src/conversation/useActiveConversationSync/tests/useActiveConversationSync.spec.ts", "assertions": ["useActiveConversationSync", "refreshes once when the active conversation is missing without looping on item changes", "marks the matching raw conversation viewed when it becomes active", "rechecks the active conversation when the injected id matcher changes"]}]. Reproduce project checks from the repository root with npm exec nx run @epam/ai-dial-chat-hooks:typecheck and the available test/lint targets. This documentation task does not rebuild or modify the application repository. The bundle checks its own examples separately.
Sources:
libs/chat-hooks/README.md:1-3809
libs/chat-hooks/src/index.ts:1-184
libs/chat-hooks/package.json:1-266
libs/chat-hooks/src/useShareLink/useShareLink.ts:49-109 — useShareLink
libs/toolset-editor/src/components/AuthSection/AuthSection.tsx:1-504
libs/chat-hooks/src/conversation/useImportFilePicker/tests/useImportFilePicker.spec.ts:1-63
libs/chat-hooks/src/conversation/useActiveConversationSync/tests/useActiveConversationSync.spec.ts:1-84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lib-chat-hooks-09
Review these constraints before choosing the library. Stable dependencies: Recreating API instances can retrigger effects. Browser assumptions: Some hooks use browser globals; pass origin explicitly for share examples. Boundary audit needed: Some current helpers contain more DIAL-specific knowledge than the narrow rule.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libs/chat-hooks/README.md:1-3809
libs/chat-hooks/src/index.ts:1-184
libs/chat-hooks/package.json:1-266
libs/chat-hooks/src/useShareLink/useShareLink.ts:49-109 — useShareLink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hooks</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Reuse headless request lifecycles and chat-interface behavior.</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@epam/ai-dial-chat-hooks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Reuse headless request lifecycles and chat-interface behavior.</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Build a custom chat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Reuse stream state, scrolling and attachment behavior.</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rendering separate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Connect returned data and callbacks to your own UI.</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Limit imports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dependency-focused public subpaths.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configuration</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Injected API instance</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Headless hook</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Lifecycle and state</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Return values</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Data, loading, errors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UI</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Render and respond</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Reusable hook state, data mapping and permitted thin operation wrappers.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useShareLink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useViewportWidth()</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number; browser resize lifecycle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useShareLink(api, id, origin)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data, isLoading, error, setAccess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Injected API</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Pick&lt;ShareApi, createShareLink&gt;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Subpath entries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Focused public import surfaces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ViewportDemo()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width = useViewportWidth();</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&lt;p&gt;Demo viewport: {width}px&lt;/p&gt;;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Import from /viewport-layout.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The hook removes its resize listener on cleanup.</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examples/chat-hooks.tsx · uses @epam/ai-dial-chat-hooks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chat hooks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the client stable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Inject a configured ShareApi operation into useShareLink.</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Render the lifecycle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Read data, isLoading and error from the hook result.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Change link access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Call setAccess to request a link for the new access level.</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request lifecycle with an injected client</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The caller configures auth and transport.</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 data, isLoading, error, setAccess }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useShareLink(</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api,</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'demo-item',</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'https://example.com',</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Render data.url, pending state or the error.</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Small layout entry</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/viewport-layout includes useViewportWidth with listener cleanup.</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Request lifecycle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useShareLink manages link loading, access changes and stale response guards.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Broad feature entries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Conversation, files, catalog, OAuth and MCP have explicit subpaths.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toolset-editor/src/components/AuthSection/AuthSection.tsx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selects a file and resets the input so the same file can be selected again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refreshes once when the active conversation is missing without looping on item changes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hooks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lib-chat-hooks-09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Stable dependencies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Recreating API instances can retrigger effects.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Browser assumptions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Some hooks use browser globals; pass origin explicitly for share examples.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Boundary audit needed</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Some current helpers contain more DIAL-specific knowledge than the narrow rule.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hooks</dc:title>
  <dc:subject>Reuse headless request lifecycles and chat-interface behavior.</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