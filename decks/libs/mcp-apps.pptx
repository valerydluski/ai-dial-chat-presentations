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lib-mcp-apps-01
This session explains connect tool-result ui resources to an inline interactive preview. The library is a local private workspace package at libs/mcp-apps. Its manifest, source exports, tests and actual consumers were inspected. Package publication has not been verified; use the workspace integration shown here.
Sources:
libs/mcp-apps/README.md:1-148
libs/mcp-apps/src/index.ts:1-31
libs/mcp-apps/package.json:1-42
libs/mcp-apps/src/components/McpAppInlinePreview/McpAppInlinePreview.tsx:247-247 — McpAppInlinePreview
libs/mcp-apps/src/components/McpAppInlinePreview/McpAppInlinePreview.tsx:33-65 — McpAppInlinePreviewProps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lib-mcp-apps-02
Start with a concrete caller need. Find a tool UI: Match a message to an MCP tool resource. Reuse the result: Seed the preview from the original tool call. Expand the UI: Open the matched application in the attachment canvas. These scenarios describe integration supported by the current public surface; they do not assert measured performance or production certification.
Sources:
libs/mcp-apps/README.md:1-148
libs/mcp-apps/src/index.ts:1-31
libs/mcp-apps/package.json:1-42
libs/mcp-apps/src/components/McpAppInlinePreview/McpAppInlinePreview.tsx:247-247 — McpAppInlinePreview
libs/mcp-apps/src/components/McpAppInlinePreview/McpAppInlinePreview.tsx:33-65 — McpAppInlinePreviewProps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lib-mcp-apps-03
The library owns Preview state, matching/seed helpers and a per-conversation response cache. The host owns Configured resource/tool calls, sandbox URL, host context and expansion behavior.  The arrows show data/callback direction, not an implicit network request. The documented isolation rules and known implementation deviations are listed in qa-report.md.
Sources:
libs/mcp-apps/README.md:1-148
libs/mcp-apps/src/index.ts:1-31
libs/mcp-apps/package.json:1-42
libs/mcp-apps/src/components/McpAppInlinePreview/McpAppInlinePreview.tsx:247-247 — McpAppInlinePreview
libs/mcp-apps/src/components/McpAppInlinePreview/McpAppInlinePreview.tsx:33-65 — McpAppInlinePreviewProps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lib-mcp-apps-04
These are selected public symbols or props, not a complete API listing. Required versus optional props come from the TypeScript checker over the current source. All declarations, including the source file and line range, are retained in content/api-index.md and the per-project research JSON. 
Sources:
libs/mcp-apps/README.md:1-148
libs/mcp-apps/src/index.ts:1-31
libs/mcp-apps/package.json:1-42
libs/mcp-apps/src/components/McpAppInlinePreview/McpAppInlinePreview.tsx:247-247 — McpAppInlinePreview
libs/mcp-apps/src/components/McpAppInlinePreview/McpAppInlinePreview.tsx:33-65 — McpAppInlinePreviewProps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lib-mcp-apps-05
Run this example in the existing React 19 workspace using the package source aliases and its declared peers. For browser-only modules use a browser host. Full imports, types and required props are in examples/mcp-apps.tsx. The stylesheet import must be loaded by the host. Host parameters in the complete example are typed integration requirements, not hidden globals. Expected behavior: Match a message to an MCP tool resource. Backend-dependent examples require a running configured service; the bundle type-checks them but does not call production services.
Sources:
libs/mcp-apps/README.md:1-148
libs/mcp-apps/src/index.ts:1-31
libs/mcp-apps/package.json:1-42
libs/mcp-apps/src/components/McpAppInlinePreview/McpAppInlinePreview.tsx:247-247 — McpAppInlinePreview
libs/mcp-apps/src/components/McpAppInlinePreview/McpAppInlinePreview.tsx:33-65 — McpAppInlinePreviewProps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lib-mcp-apps-06
Follow this concrete integration sequence. Match tool evidence: Provide the resource match and a stable cache key. Inject the host adapter: The host fetches resources and handles tool calls. Reuse cached state: Keep response caching scoped to the conversation lifetime. The complete typed module in examples/mcp-apps.tsx shows the required imports and host inputs. Application-owned network, routing and persistence behavior must be supplied by the caller.
Sources:
libs/mcp-apps/README.md:1-148
libs/mcp-apps/src/index.ts:1-31
libs/mcp-apps/package.json:1-42
libs/mcp-apps/src/components/McpAppInlinePreview/McpAppInlinePreview.tsx:247-247 — McpAppInlinePreview
libs/mcp-apps/src/components/McpAppInlinePreview/McpAppInlinePreview.tsx:33-65 — McpAppInlinePreviewProps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lib-mcp-apps-07
Customization comes from the current exports and prop declarations. Explicit host adapter: Inject fetchResourceHtml, callTool, hostInfo and sandboxUrl. Cache identity: Entries are checked against seed identity and expiry. Lifecycle state: Loading, Ready, Error and Unavailable are distinct enum values. For UI, import the package stylesheet and use documented props or stable public classes. A component-level color override and inherited theme tokens are different levels of control. Locale strings and direction should be supplied by the host; do not introduce app i18n into a reusable library.
Sources:
libs/mcp-apps/README.md:1-148
libs/mcp-apps/src/index.ts:1-31
libs/mcp-apps/package.json:1-42
libs/mcp-apps/src/components/McpAppInlinePreview/McpAppInlinePreview.tsx:247-247 — McpAppInlinePreview
libs/mcp-apps/src/components/McpAppInlinePreview/McpAppInlinePreview.tsx:33-65 — McpAppInlinePreviewProps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lib-mcp-apps-08
Actual consumers: libs/chat-hooks/src/mcp-apps/useMcpAppTools/useMcpAppTools.ts; libs/chat-hooks/src/mcp-apps/mcp-apps-api-client.ts; libs/chat-hooks/src/mcp-apps/useMcpAppHostAdapter/useMcpAppHostAdapter.ts; libs/chat-hooks/src/mcp-apps/useOpenMcpAppCanvas/useOpenMcpAppCanvas.ts; apps/chat/src/components/ConversationView/ConversationMessageItem.tsx; apps/chat/src/components/ConversationView/ConversationView.tsx. Existing test evidence: [{"file": "libs/mcp-apps/src/components/McpAppInlinePreview/tests/McpAppInlinePreview.classes.spec.tsx", "assertions": ["McpAppInlinePreview \u2014 public class names", "stamps the preview card and its header", "forwards every colour override as a CSS custom property"]}]. Reproduce project checks from the repository root with npm exec nx run @epam/ai-dial-mcp-apps:typecheck and the available test/lint targets. This documentation task does not rebuild or modify the application repository. The bundle checks its own examples separately.
Sources:
libs/mcp-apps/README.md:1-148
libs/mcp-apps/src/index.ts:1-31
libs/mcp-apps/package.json:1-42
libs/mcp-apps/src/components/McpAppInlinePreview/McpAppInlinePreview.tsx:247-247 — McpAppInlinePreview
libs/mcp-apps/src/components/McpAppInlinePreview/McpAppInlinePreview.tsx:33-65 — McpAppInlinePreviewProps
libs/chat-hooks/src/mcp-apps/useMcpAppTools/useMcpAppTools.ts:1-118
libs/mcp-apps/src/components/McpAppInlinePreview/tests/McpAppInlinePreview.classes.spec.tsx:1-141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lib-mcp-apps-09
Review these constraints before choosing the library. Origin isolation required: Configure the separate MCP sandbox deployment. Avoid duplicate side effects: Indirectly discovered tools are not safe to re-call blindly. Not a general API client: Backend operations enter through the host adapter. The package is private in this snapshot. The presence of build/publish tooling is not evidence that a compatible release is available from a registry. For externally packed installations, inspect the repository publish tooling and host-install matrix and verify the resulting artifact separately.
Sources:
libs/mcp-apps/README.md:1-148
libs/mcp-apps/src/index.ts:1-31
libs/mcp-apps/package.json:1-42
libs/mcp-apps/src/components/McpAppInlinePreview/McpAppInlinePreview.tsx:247-247 — McpAppInlinePreview
libs/mcp-apps/src/components/McpAppInlinePreview/McpAppInlinePreview.tsx:33-65 — McpAppInlinePreviewProps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lib-mcp-apps-01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1792" y="3145536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tool-result UI resources to an inline interactive preview.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179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boundary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083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contract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987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integration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" y="56875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@epam/ai-dial-mcp-apps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lib-mcp-apps-02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library is useful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tool-result UI resources to an inline interactive preview.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tool UI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 message to an MCP tool resource.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the result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the preview from the original tool call.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the UI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matched application in the attachment canvas.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lib-mcp-apps-03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ownership boundary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effects stay explicit.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evidence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and call seed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cache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HTML + result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preview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Sandboxed MCP renderer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adapter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and expansion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 Preview state, matching/seed helpers and a per-conversation response cache.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lib-mcp-apps-04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contract to start with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McpAppInlinePreview · selected surface; full API index is in the bundle.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3474720"/>
                <a:gridCol w="753465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or operation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McpAppToolRef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McpAppResponseCache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hostAdapter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McpAppHostAdapter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toolCall (optional)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McpAppToolCallSeed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lib-mcp-apps-05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workspace integration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/ React example · imports and host setup abridged.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cache = useMcpAppResponseCache('demo-conversation');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&lt;McpAppInlinePreview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match={match} cache={cache} cacheKey="demo-message"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hostAdapter={adapter} onExpand={onExpand}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expandAriaLabel="Expand demo app"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reloadAriaLabel="Reload"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loadErrorLabel="Could not load demo app"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openedInCanvasLabel="Open in preview"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example: examples/mcp-apps.tsx · uses @epam/ai-dial-mcp-apps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lib-mcp-apps-06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a realistic host workflow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mcp apps focused on its public responsibility.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tool evidence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the resource match and a stable cache key.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the host adapter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fetches resources and handles tool calls.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cached state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response caching scoped to the conversation lifetime.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lib-mcp-apps-07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customization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host adapter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fetchResourceHtml, callTool, hostInfo and sandboxUrl.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identity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are checked against seed identity and expiry.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state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Loading, Ready, Error and Unavailable are distinct enum values.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lib-mcp-apps-08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integration and its checks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tests are evidence of intended behavior; suite results are not claimed.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854049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to look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consumer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chat-hooks/src/mcp-apps/useMcpAppTools/useMcpAppTools.ts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stamps the preview card and its header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lib-mcp-apps-09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that affect integration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isolation required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 separate MCP sandbox deployment.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duplicate side effects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Indirectly discovered tools are not safe to re-call blindly.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general API client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operations enter through the host adapter.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 DIAL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Apps</dc:title>
  <dc:subject>Connect tool-result UI resources to an inline interactive preview.</dc:subject>
  <dc:creator>AI DIAL technical knowledge sharing</dc:creator>
  <cp:lastModifiedBy>AI DIAL technical knowledge sharing</cp:lastModifiedBy>
  <cp:revision>1</cp:revision>
  <dcterms:created xsi:type="dcterms:W3CDTF">2026-09-21T18:56:19Z</dcterms:created>
  <dcterms:modified xsi:type="dcterms:W3CDTF">2026-09-21T18:56:19Z</dcterms:modified>
</cp:coreProperties>
</file>