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lib-quotations-01
This session explains connect answer annotations to inspectable evidence. The library is a local private workspace package at libs/quotations. Its manifest, source exports, tests and actual consumers were inspected. Package publication has not been verified; use the workspace integration shown here.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lib-quotations-02
Start with a concrete caller need. Mark a claim: Show an inline source marker in an answer. Group evidence: Group annotations by source or citation id. Jump to context: Derive PDF or Office highlight locations. These scenarios describe integration supported by the current public surface; they do not assert measured performance or production certification.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lib-quotations-03
The library owns Annotation utilities, citation presentation and optional citation state. The host owns Fetching sources, opening viewers, Markdown pipeline integration and localized labels.  The arrows show data/callback direction, not an implicit network request. The documented isolation rules and known implementation deviations are listed in qa-report.md.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lib-quotations-05
Run this example in the existing React 19 workspace using the package source aliases and its declared peers. For browser-only modules use a browser host. Full imports, types and required props are in examples/quotations.tsx. The stylesheet import must be loaded by the host. Host parameters in the complete example are typed integration requirements, not hidden globals. Expected behavior: Show an inline source marker in an answer. Backend-dependent examples require a running configured service; the bundle type-checks them but does not call production services.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lib-quotations-06
Follow this concrete integration sequence. Prepare citation data: Resolve the source name, count and display labels. Render a marker: CitationMarker turns that data into a selectable control. Open host evidence: Use onOpen to select a source or display its preview. The complete typed module in examples/quotations.tsx shows the required imports and host inputs. Application-owned network, routing and persistence behavior must be supplied by the caller.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lib-quotations-07
Customization comes from the current exports and prop declarations. Multiple citation forms: Utilities support offset annotations and paired cit tags. Markdown composition: useCitationMarkdownComponents builds citation renderers. Viewer locations: Helpers derive PDF and supported Office highlight coordinates.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lib-quotations-08
Actual consumers: libs/chat-hooks/src/conversation-sources/useConversationSources/useConversationSources.ts; libs/chat-hooks/src/entry-points/file-manager-canvas.ts; libs/chat-shared/src/components/MarkdownRenderer/MarkdownRenderer.tsx; libs/chat-hooks/src/attachment/useAttachmentAction/useAttachmentAction.ts; libs/chat-shared/src/utils/annotation.ts; libs/chat-hooks/src/files/attachment-canvas.ts. Existing test evidence: [{"file": "libs/quotations/src/hooks/useCitationMarkdownComponents/tests/useCitationMarkdownComponents.spec.tsx", "assertions": ["useCitationMarkdownComponents", "returns content unchanged and renders no marker for uncited content without calling buildLabels", "reports the input content unchanged and empty overrides directly from the hook for uncited content", "injects a sentinel and renders a citation marker for cited content", "renders nothing for a sentinel index with no corresponding group entry, without throwing", "defaults the sentinel injection point to the end of content when the primary annotation has no character-range selector", "keeps the same markdownComponents reference across re-renders with unchanged groups emptiness", "recomputes markdownComponents when groups transitions from empty to non-empty", "recomputes markdownComponents when groups transitions from non-empty to empty", "delegates the preview action to onPreview without internal content-type branching", "delegates the open-in-browser action to onOpenInBrowser directly", "calls buildLabels once per rendered marker with the correct group", "useCitationMarkdownComponents \u2014 cit element rendering", "renders a citation marker for a matched &lt;cit&gt; element when not streaming", "renders an unmatched supported &lt;cit&gt; element as literal text"]}, {"file": "libs/quotations/src/components/CitationMarker/tests/CitationMarker.spec.tsx", "assertions": ["CitationMarker", "uses the single label when annotationCount is 1", "uses the overflow label when annotationCount &gt; 1", "calls onOpen when clicked", "renders without an icon by default", "renders the provided icon before the label", "caps the marker width and ellipsises a long source name", "keeps the descriptive aria-label rather than the raw source name", "CitationMarker \u2014 public class names", "stamps the marker pill", "keeps the class on the overflow variant"]}]. Reproduce project checks from the repository root with npm exec nx run @epam/ai-dial-quotations:typecheck and the available test/lint targets. This documentation task does not rebuild or modify the application repository. The bundle checks its own examples separately.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libs/chat-hooks/src/conversation-sources/useConversationSources/useConversationSources.ts:1-102
libs/quotations/src/hooks/useCitationMarkdownComponents/tests/useCitationMarkdownComponents.spec.tsx:1-545
libs/quotations/src/components/CitationMarker/tests/CitationMarker.spec.tsx:1-107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lib-quotations-09
Review these constraints before choosing the library. Wire the pipeline: Allowed cit tags and renderer overrides must agree. Streaming fragments: Incomplete citation tags need streaming-aware handling. No source download: Callbacks and resolvers connect the marker to actual evidence.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libs/quotations/README.md:1-245
libs/quotations/src/index.ts:1-72
libs/quotations/package.json:1-41
libs/quotations/src/components/CitationMarker/CitationMarker.tsx:33-62 — CitationMarker
libs/quotations/src/components/CitationMarker/CitationMarker.tsx:17-30 — CitationMarkerProps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answer annotations to inspectable evidence.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@epam/ai-dial-quotations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answer annotations to inspectable evidence.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claim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an inline source marker in an answer.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evidence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annotations by source or citation id.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to context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PDF or Office highlight locations.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message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 and references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helpers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or citation id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Marker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source control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opener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and highlight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Annotation utilities, citation presentation and optional citation state.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CitationMarker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sourceName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annotationCount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onOpen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CitationMarkerLabels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&lt;CitationMarker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sourceName="demo-report.pdf" annotationCount={2}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onOpen={() =&gt; setOpened(true)}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labels={{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ariaLabel: 'Open demo citation',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'demo-report.pdf',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labelWithOverflow: 'demo-report.pdf +1',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examples/quotations.tsx · uses @epam/ai-dial-quotations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quotations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citation data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source name, count and display labels.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 marker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CitationMarker turns that data into a selectable control.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host evidence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onOpen to select a source or display its preview.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citation forms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support offset annotations and paired cit tags.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composition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citation Markdown hook builds renderer overrides.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 locations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Helpers derive PDF and supported Office highlight coordinates.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chat-hooks/src/conversation-sources/useConversationSources/useConversationSources.ts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content unchanged and renders no marker for uncited content without calling buildLabel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the single label when annotationCount is 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lib-quotations-09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the pipeline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cit tags and renderer overrides must agree.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fragments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citation tags need streaming-aware handling.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source download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 and resolvers connect the marker to actual evidence.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Quotations</dc:title>
  <dc:subject>Connect answer annotations to inspectable evidence.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