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lib-skills-01
This session explains select a reusable skill without coupling the picker to sending. The library is a local private workspace package at libs/skills. Its manifest, source exports, tests and actual consumers were inspected. Package publication has not been verified; use the workspace integration shown here.
Sources:
libs/skills/README.md:1-378
libs/skills/src/index.ts:1-30
libs/skills/package.json:1-42
libs/skills/src/components/FavoriteSkillsPanel/FavoriteSkillsPanel.tsx:37-294 — FavoriteSkillsPanel
libs/skills/src/models/favorite-skills-panel-props.ts:34-62 — FavoriteSkillsPanelProps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lib-skills-02
Start with a concrete caller need. Choose a favorite: Select a host-resolved favorite skill. Inspect a skill: Open a host-backed detail panel. Attach context: Display a selected skill chip next to the composer. These scenarios describe integration supported by the current public surface; they do not assert measured performance or production certification.
Sources:
libs/skills/README.md:1-378
libs/skills/src/index.ts:1-30
libs/skills/package.json:1-42
libs/skills/src/components/FavoriteSkillsPanel/FavoriteSkillsPanel.tsx:37-294 — FavoriteSkillsPanel
libs/skills/src/models/favorite-skills-panel-props.ts:34-62 — FavoriteSkillsPanelProps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lib-skills-03
The library owns Favorite list, chip, details composition and selection-overlay state. The host owns Skill listing, favorites persistence, capability flag and send-time semantics.  The arrows show data/callback direction, not an implicit network request. The documented isolation rules and known implementation deviations are listed in qa-report.md.
Sources:
libs/skills/README.md:1-378
libs/skills/src/index.ts:1-30
libs/skills/package.json:1-42
libs/skills/src/components/FavoriteSkillsPanel/FavoriteSkillsPanel.tsx:37-294 — FavoriteSkillsPanel
libs/skills/src/models/favorite-skills-panel-props.ts:34-62 — FavoriteSkillsPanelProps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lib-skills-04
These are selected public symbols or props, not a complete API listing. Required versus optional props come from the TypeScript checker over the current source. All declarations, including the source file and line range, are retained in content/api-index.md and the per-project research JSON. 
Sources:
libs/skills/README.md:1-378
libs/skills/src/index.ts:1-30
libs/skills/package.json:1-42
libs/skills/src/components/FavoriteSkillsPanel/FavoriteSkillsPanel.tsx:37-294 — FavoriteSkillsPanel
libs/skills/src/models/favorite-skills-panel-props.ts:34-62 — FavoriteSkillsPanelProps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lib-skills-05
Run this example in the existing React 19 workspace using the package source aliases and its declared peers. For browser-only modules use a browser host. Full imports, types and required props are in examples/skills.tsx. The stylesheet import must be loaded by the host. Host parameters in the complete example are typed integration requirements, not hidden globals. Expected behavior: Select a host-resolved favorite skill. Backend-dependent examples require a running configured service; the bundle type-checks them but does not call production services.
Sources:
libs/skills/README.md:1-378
libs/skills/src/index.ts:1-30
libs/skills/package.json:1-42
libs/skills/src/components/FavoriteSkillsPanel/FavoriteSkillsPanel.tsx:37-294 — FavoriteSkillsPanel
libs/skills/src/models/favorite-skills-panel-props.ts:34-62 — FavoriteSkillsPanelProps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lib-skills-06
Follow this concrete integration sequence. Load favorites: Supply favorite skill records and localized labels. Handle selection: Use the selection callback to choose a skill in the host. Connect discovery: Browse and detail callbacks open host-owned surfaces. The complete typed module in examples/skills.tsx shows the required imports and host inputs. Application-owned network, routing and persistence behavior must be supplied by the caller.
Sources:
libs/skills/README.md:1-378
libs/skills/src/index.ts:1-30
libs/skills/package.json:1-42
libs/skills/src/components/FavoriteSkillsPanel/FavoriteSkillsPanel.tsx:37-294 — FavoriteSkillsPanel
libs/skills/src/models/favorite-skills-panel-props.ts:34-62 — FavoriteSkillsPanelProps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lib-skills-07
Customization comes from the current exports and prop declarations. Overlay state hook: useSkillSelectorOverlay coordinates favorites, browse and details. Capability input: A plain support flag controls skill entry points. Composable detail view: SkillDetailsSidePanel uses the catalog DetailsPanel contract. For UI, import the package stylesheet and use documented props or stable public classes. A component-level color override and inherited theme tokens are different levels of control. Locale strings and direction should be supplied by the host; do not introduce app i18n into a reusable library.
Sources:
libs/skills/README.md:1-378
libs/skills/src/index.ts:1-30
libs/skills/package.json:1-42
libs/skills/src/components/FavoriteSkillsPanel/FavoriteSkillsPanel.tsx:37-294 — FavoriteSkillsPanel
libs/skills/src/models/favorite-skills-panel-props.ts:34-62 — FavoriteSkillsPanelProps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lib-skills-08
Actual consumers: apps/chat/src/components/SkillSelector/useSkillSelectorOverlay.tsx; apps/chat/src/components/SkillSelector/SkillDetailsPanelContainer.tsx. Existing test evidence: [{"file": "libs/skills/src/components/ChatSkill/tests/ChatSkill.classes.spec.tsx", "assertions": ["skills \u2014 public class names", "stamps the composer chip", "keeps the chip class in the unsupported state", "stamps the favorites panel root"]}]. Reproduce project checks from the repository root with npm exec nx run @epam/ai-dial-skills:typecheck and the available test/lint targets. This documentation task does not rebuild or modify the application repository. The bundle checks its own examples separately.
Sources:
libs/skills/README.md:1-378
libs/skills/src/index.ts:1-30
libs/skills/package.json:1-42
libs/skills/src/components/FavoriteSkillsPanel/FavoriteSkillsPanel.tsx:37-294 — FavoriteSkillsPanel
libs/skills/src/models/favorite-skills-panel-props.ts:34-62 — FavoriteSkillsPanelProps
apps/chat/src/components/SkillSelector/useSkillSelectorOverlay.tsx:1-120
libs/skills/src/components/ChatSkill/tests/ChatSkill.classes.spec.tsx:1-72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ID: lib-skills-09
Review these constraints before choosing the library. Unsupported deployment: A selected chip can remain visible in its error state. No automatic attachment: The host decides how a skill enters the request. Keep identifiers intact: The favorite item id is the resource identifier supplied by the host. The package is private in this snapshot. The presence of build/publish tooling is not evidence that a compatible release is available from a registry. For externally packed installations, inspect the repository publish tooling and host-install matrix and verify the resulting artifact separately.
Sources:
libs/skills/README.md:1-378
libs/skills/src/index.ts:1-30
libs/skills/package.json:1-42
libs/skills/src/components/FavoriteSkillsPanel/FavoriteSkillsPanel.tsx:37-294 — FavoriteSkillsPanel
libs/skills/src/models/favorite-skills-panel-props.ts:34-62 — FavoriteSkillsPanelProps
AGENTS.md:1-176
Snapshot: 23fa39459d8971c10d5bd1c69734e61b124d249b; analysis 2026-09-21T18:14:40.584272+00:00. Working tree state is recorded in 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lib-skills-01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21792" y="3145536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reusable skill without coupling the picker to sending.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2179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boundary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7083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contract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19872" y="4754880"/>
            <a:ext cx="3474720" cy="640080"/>
          </a:xfrm>
          <a:prstGeom prst="roundRect">
            <a:avLst>
              <a:gd name="adj" fmla="val 171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56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integration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1792" y="56875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@epam/ai-dial-skills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lib-skills-02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this library is useful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reusable skill without coupling the picker to sending.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favorite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host-resolved favorite skill.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a skill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host-backed detail panel.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context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 selected skill chip next to the composer.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lib-skills-03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ownership boundary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effects stay explicit.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listing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9808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 Skill Item[]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118104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392424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93592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93592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picker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3593592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 inspect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961888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36208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37376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7376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skill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437376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and detail state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8805672" y="3776472"/>
            <a:ext cx="237744" cy="0"/>
          </a:xfrm>
          <a:prstGeom prst="line">
            <a:avLst/>
          </a:prstGeom>
          <a:noFill/>
          <a:ln w="21590">
            <a:solidFill>
              <a:srgbClr val="8EBCFF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79992" y="2862072"/>
            <a:ext cx="2532888" cy="2039112"/>
          </a:xfrm>
          <a:prstGeom prst="roundRect">
            <a:avLst>
              <a:gd name="adj" fmla="val 5381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81160" y="303580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81160" y="3465576"/>
            <a:ext cx="2130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send</a:t>
            </a:r>
            <a:endParaRPr lang="en-US" sz="2100" dirty="0"/>
          </a:p>
        </p:txBody>
      </p:sp>
      <p:sp>
        <p:nvSpPr>
          <p:cNvPr id="27" name="Text 24"/>
          <p:cNvSpPr/>
          <p:nvPr/>
        </p:nvSpPr>
        <p:spPr>
          <a:xfrm>
            <a:off x="9281160" y="4178808"/>
            <a:ext cx="213055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 the selection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03504" y="5349240"/>
            <a:ext cx="10927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Library: Favorite list, chip, details composition and selection-overlay state.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lib-skills-04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public contract to start with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FavoriteSkillsPanel · selected surface; full API index is in the bundle.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3474720"/>
                <a:gridCol w="753465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or operation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favorites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FavoriteSkillItem[]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onSelect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(item: FavoriteSkillItem) =&gt; void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onViewDetails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(item: FavoriteSkillItem) =&gt; void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onBrowse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() =&gt; void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lib-skills-05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workspace integration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/ React example · imports and host setup abridged.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3310128"/>
          </a:xfrm>
          <a:prstGeom prst="roundRect">
            <a:avLst>
              <a:gd name="adj" fmla="val 3315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98064"/>
            <a:ext cx="10561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&lt;FavoriteSkillsPanel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{...host}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favorites={[{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'skills/demo/review',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'Demo review',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'Review demo content',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}]}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8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D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host supplies select, favorite, browse and detail callbacks.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4360" y="6016752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example: examples/skills.tsx · uses @epam/ai-dial-skills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lib-skills-06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 realistic host workflow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skills focused on its public responsibility.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favorites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favorite skill records and localized labels.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selection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selection callback to choose a skill in the host.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discovery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and detail callbacks open host-owned surfaces.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lib-skills-07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customization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state hook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useSkillSelectorOverlay coordinates favorites, browse and details.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input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support flag controls skill entry points.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Composable detail view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SkillDetailsSidePanel uses the catalog DetailsPanel contract.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lib-skills-08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integration and its checks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76072" y="19019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tests are evidence of intended behavior; suite results are not claimed.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2587752"/>
          <a:ext cx="11009376" cy="3246120"/>
        </p:xfrm>
        <a:graphic>
          <a:graphicData uri="http://schemas.openxmlformats.org/drawingml/2006/table">
            <a:tbl>
              <a:tblPr/>
              <a:tblGrid>
                <a:gridCol w="2468880"/>
                <a:gridCol w="8540496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8EBC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to look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2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consumer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chat/components/SkillSelector/useSkillSelectorOverlay.tsx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evidence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EDF2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stamps the composer chip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46304" marR="146304" marT="146304" marB="146304">
                    <a:lnL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5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840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287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DIAL  /  LIBRARY DEEP DIVE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229600" y="6400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C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lib-skills-09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3825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941832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that affect integration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deployment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77240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selected chip can remain visible in its error state.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4340352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68952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68952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attachment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568952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decides how a skill enters the request.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132064" y="2560320"/>
            <a:ext cx="3480816" cy="3383280"/>
          </a:xfrm>
          <a:prstGeom prst="roundRect">
            <a:avLst>
              <a:gd name="adj" fmla="val 3243"/>
            </a:avLst>
          </a:prstGeom>
          <a:solidFill>
            <a:srgbClr val="17202C"/>
          </a:solidFill>
          <a:ln w="8890">
            <a:solidFill>
              <a:srgbClr val="3345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0664" y="2779776"/>
            <a:ext cx="3023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EB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360664" y="3273552"/>
            <a:ext cx="30236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identifiers intact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60664" y="4224528"/>
            <a:ext cx="30236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favorite item id is the resource identifier supplied by the host.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 DIAL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</dc:title>
  <dc:subject>Select a reusable skill without coupling the picker to sending.</dc:subject>
  <dc:creator>AI DIAL technical knowledge sharing</dc:creator>
  <cp:lastModifiedBy>AI DIAL technical knowledge sharing</cp:lastModifiedBy>
  <cp:revision>1</cp:revision>
  <dcterms:created xsi:type="dcterms:W3CDTF">2026-09-21T18:56:19Z</dcterms:created>
  <dcterms:modified xsi:type="dcterms:W3CDTF">2026-09-21T18:56:19Z</dcterms:modified>
</cp:coreProperties>
</file>