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lib-conversation-panel-01
This session explains navigate a large conversation history with a small visible list. The library is a local private workspace package at libs/conversation-panel. Its manifest, source exports, tests and actual consumers were inspected. Package publication has not been verified; use the workspace integration shown here.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lib-conversation-panel-02
Start with a concrete caller need. Resume work: Select a conversation from a grouped history list. Find context: Search titles and filter by source. Manage history: Expose rename, move, pin and transfer actions. These scenarios describe integration supported by the current public surface; they do not assert measured performance or production certification.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lib-conversation-panel-03
The library owns Windowed rows, grouping, search UI and per-row interaction. The host owns Ordered data, active route, storage changes and action implementations.  The arrows show data/callback direction, not an implicit network request. The documented isolation rules and known implementation deviations are listed in qa-report.md.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lib-conversation-panel-05
Run this example in the existing React 19 workspace using the package source aliases and its declared peers. For browser-only modules use a browser host. Full imports, types and required props are in examples/conversation-panel.tsx. The stylesheet import must be loaded by the host. Host parameters in the complete example are typed integration requirements, not hidden globals. Expected behavior: Select a conversation from a grouped history list. Backend-dependent examples require a running configured service; the bundle type-checks them but does not call production services.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lib-conversation-panel-06
Follow this concrete integration sequence. Load summaries: Supply conversation ids, titles and the active id. Handle selection: Use onSelectConversation to choose a host-owned route. Load the transcript: The host loads messages for the selected conversation. The complete typed module in examples/conversation-panel.tsx shows the required imports and host inputs. Application-owned network, routing and persistence behavior must be supplied by the caller.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lib-conversation-panel-07
Customization comes from the current exports and prop declarations. Stable row data: Items carry title, source, pinned state and optional unread/task badges. Action extension: getActions and onActionMenuOpen inject row actions. Transfer surfaces: ImportExportQueue and RenameConversationPopup are separate exports.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lib-conversation-panel-08
Actual consumers: apps/chat/src/components/ConversationPanel/ConversationPanelView.tsx. Existing test evidence: [{"file": "libs/conversation-panel/src/components/FilterTabs/tests/FilterTabs.spec.tsx", "assertions": ["FilterTabs", "renders a tab for each filter", "marks only the active tab as pressed", "names the filter row so the group is announced", "applies flex-1 by default so the tabs fill the row equally", "applies the provided typography class to each tab", "omits a tab listed in hiddenSources"]}, {"file": "libs/conversation-panel/src/components/ConversationRow/tests/ConversationRow.spec.tsx", "assertions": ["ConversationRow", "renders a skeleton when isIconLoading is true", "skeleton has aria-hidden=", "skeleton is rendered with Circular variant at DIAL_ICON_SIZE.LG dimensions", "renders DeploymentIcon when isIconLoading is false and iconUrl is set", "renders DeploymentIcon when isIconLoading is omitted", "renders DeploymentIcon fallback when isIconLoading is false and iconUrl is absent", "exposes the action trigger when its menu opens", "renders the task badge when showTaskBadge is true", "does not render the task badge when showTaskBadge is omitted", "does not render the task badge when showTaskBadge is false", "marks the task badge icon as aria-hidden", "clicking the task badge selects the conversation like any other row click", "unread indicator", "renders the unread dot with an accessible label when isUnread is true"]}]. Reproduce project checks from the repository root with npm exec nx run @epam/ai-dial-conversation-panel:typecheck and the available test/lint targets. This documentation task does not rebuild or modify the application repository. The bundle checks its own examples separately.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apps/chat/src/components/ConversationPanel/ConversationPanelView.tsx:1-1510
libs/conversation-panel/src/components/FilterTabs/tests/FilterTabs.spec.tsx:1-61
libs/conversation-panel/src/components/ConversationRow/tests/ConversationRow.spec.tsx:1-356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lib-conversation-panel-09
Review these constraints before choosing the library. Preserve ordering: The host supplies an already-ordered flat list. Selection is not routing: onSelectConversation returns an id for the host to interpret. Virtualized content: Only a subset of rows exists in the DOM at a time.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libs/conversation-panel/README.md:1-406
libs/conversation-panel/src/index.ts:1-28
libs/conversation-panel/package.json:1-41
libs/conversation-panel/src/components/ConversationPanel/ConversationPanel.tsx:52-507 — ConversationPanel
libs/conversation-panel/src/models/panel-props.ts:162-223 — ConversationPanelProps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Conversation panel</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Navigate a large conversation history with a small visible list.</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@epam/ai-dial-conversation-panel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Navigate a large conversation history with a small visible list.</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Resume work</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Select a conversation from a grouped history list.</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Find context</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Search titles and filter by source.</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Manage history</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Expose rename, move, pin and transfer actions.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history</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Conversation Item[]</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Conversation Panel</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Grouped visible rows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Selection or move</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Id or Conversation Move</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state</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Navigate and persist</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Windowed rows, grouping, search UI and per-row interaction.</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ConversationPanel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ConversationItem[]</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onSelectConversation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(id: string)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onNewChat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ConversationPanelLabels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&lt;ConversationPanel</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isOpen</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conversations={[{ id: 'demo', title: 'Demo chat'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activeConversationId={active}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onSelectConversation={setActive}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onNewChat={onNewChat}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labels={labels}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examples/conversation-panel.tsx · uses @epam/ai-dial-conversation-panel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conversation panel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Load summaries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conversation ids, titles and the active id.</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Handle selection</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onSelectConversation to choose a host-owned route.</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Load the transcript</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loads messages for the selected conversation.</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Stable row data</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Items carry title, source, pinned state and optional unread/task badges.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Action extension</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getActions and onActionMenuOpen inject row actions.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Transfer surfaces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Transfer queues and rename dialogs are separate public components.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chat/components/ConversationPanel/ConversationPanelView.tsx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a tab for each filter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a skeleton when isIconLoading is true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lib-conversation-panel-09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Preserve ordering</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supplies an already-ordered flat list.</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Selection is not routing</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onSelectConversation returns an id for the host to interpret.</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Virtualized content</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Only a subset of rows exists in the DOM at a time.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 panel</dc:title>
  <dc:subject>Navigate a large conversation history with a small visible list.</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