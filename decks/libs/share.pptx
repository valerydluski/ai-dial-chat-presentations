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lib-share-01
This session explains present a share link and access choices without issuing the link. The library is a local private workspace package at libs/share. Its manifest, source exports, tests and actual consumers were inspected. Package publication has not been verified; use the workspace integration shown here.
Sources:
libs/share/README.md:1-123
libs/share/src/index.ts:1-18
libs/share/package.json:1-41
libs/share/src/components/SharePopover/SharePopover.tsx:326-326 — SharePopover
libs/share/src/models/share-popover-props.ts:108-129 — SharePopoverProps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lib-share-02
Start with a concrete caller need. Share a resource: Show a link or a scannable QR view. Represent access: Display view/edit access values as a list. Handle pending work: Show host loading and failure states. These scenarios describe integration supported by the current public surface; they do not assert measured performance or production certification.
Sources:
libs/share/README.md:1-123
libs/share/src/index.ts:1-18
libs/share/package.json:1-41
libs/share/src/components/SharePopover/SharePopover.tsx:326-326 — SharePopover
libs/share/src/models/share-popover-props.ts:108-129 — SharePopoverProps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lib-share-03
The library owns Link/QR presentation, copy interactions and access controls. The host owns Creating or replacing links, permissions and share-URL resolution.  The arrows show data/callback direction, not an implicit network request. The documented isolation rules and known implementation deviations are listed in qa-report.md.
Sources:
libs/share/README.md:1-123
libs/share/src/index.ts:1-18
libs/share/package.json:1-41
libs/share/src/components/SharePopover/SharePopover.tsx:326-326 — SharePopover
libs/share/src/models/share-popover-props.ts:108-129 — SharePopoverProps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lib-share-04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libs/share/README.md:1-123
libs/share/src/index.ts:1-18
libs/share/package.json:1-41
libs/share/src/components/SharePopover/SharePopover.tsx:326-326 — SharePopover
libs/share/src/models/share-popover-props.ts:108-129 — SharePopoverProps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lib-share-05
Run this example in the existing React 19 workspace using the package source aliases and its declared peers. For browser-only modules use a browser host. Full imports, types and required props are in examples/share.tsx. The stylesheet import must be loaded by the host. Host parameters in the complete example are typed integration requirements, not hidden globals. Expected behavior: Show a link or a scannable QR view. Backend-dependent examples require a running configured service; the bundle type-checks them but does not call production services.
Sources:
libs/share/README.md:1-123
libs/share/src/index.ts:1-18
libs/share/package.json:1-41
libs/share/src/components/SharePopover/SharePopover.tsx:326-326 — SharePopover
libs/share/src/models/share-popover-props.ts:108-129 — SharePopoverProps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lib-share-06
Follow this concrete integration sequence. Obtain a share link: The host calls its sharing operation and supplies the URL. Control link access: Pass allowed access values and permission to edit them. Reflect request state: Pass the updated URL, loading state and any error. The complete typed module in examples/share.tsx shows the required imports and host inputs. Application-owned network, routing and persistence behavior must be supplied by the caller.
Sources:
libs/share/README.md:1-123
libs/share/src/index.ts:1-18
libs/share/package.json:1-41
libs/share/src/components/SharePopover/SharePopover.tsx:326-326 — SharePopover
libs/share/src/models/share-popover-props.ts:108-129 — SharePopoverProps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lib-share-07
Customization comes from the current exports and prop declarations. Typed access: ShareLinkAccess represents view and edit levels. Separate QR component: QrCode can be used outside the popover. Explicit errors: url may be undefined while loading; error is supplied separately.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libs/share/README.md:1-123
libs/share/src/index.ts:1-18
libs/share/package.json:1-41
libs/share/src/components/SharePopover/SharePopover.tsx:326-326 — SharePopover
libs/share/src/models/share-popover-props.ts:108-129 — SharePopoverProps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lib-share-08
Actual consumers: apps/chat-api/src/share/dto/create-share-link.dto.ts; libs/chat-hooks/src/useShareLink/useShareLink.ts; apps/chat/src/components/SharePopoverContainer/SharePopoverContainer.tsx; libs/attachment-canvas/src/components/VisualizerCanvasRenderer/VisualizerCanvasRenderer.tsx; libs/attachment-canvas/src/utils/vite-external-matcher.ts; apps/chat/src/components/ShareConversationPopoverContainer/ShareConversationPopoverContainer.tsx. Existing test evidence: [{"file": "libs/share/src/components/SharePopover/tests/SharePopover.spec.tsx", "assertions": ["SharePopover", "renders the link view by default with Can view access", "shows the view-access visibility note by default", "shows the edit-access visibility note in both the link and QR views", "calls onAccessChange with Edit when an access option is selected", "shows Can edit as the selected trigger label and checkmark when access starts as Edit", "moves focus between access menu options with Arrow keys", "traps Tab within the open access menu", "shows the interactive access dropdown when canEditAccess is true", "hides the access dropdown and shows a static Can view label when canEditAccess is false", "never shows the edit-access visibility note when canEditAccess is false", "shows the nested-items note only when supplied via labels", "shows a transient Copied confirmation after clicking Copy", "announces Copied via an aria-live region after clicking Copy", "swaps to the QR view and back, moving focus each time"]}]. Reproduce project checks from the repository root with npm exec nx run @epam/ai-dial-share:typecheck and the available test/lint targets. This documentation task does not rebuild or modify the application repository. The bundle checks its own examples separately.
Sources:
libs/share/README.md:1-123
libs/share/src/index.ts:1-18
libs/share/package.json:1-41
libs/share/src/components/SharePopover/SharePopover.tsx:326-326 — SharePopover
libs/share/src/models/share-popover-props.ts:108-129 — SharePopoverProps
apps/chat-api/src/share/dto/create-share-link.dto.ts:1-43
libs/share/src/components/SharePopover/tests/SharePopover.spec.tsx:1-460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lib-share-09
Review these constraints before choosing the library. Access is not cosmetic: Real access changes require the host to request the appropriate link. No permission enforcement: canEditAccess controls UI, not backend authorization. Named root export: Import SharePopover by name from the package entry.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libs/share/README.md:1-123
libs/share/src/index.ts:1-18
libs/share/package.json:1-41
libs/share/src/components/SharePopover/SharePopover.tsx:326-326 — SharePopover
libs/share/src/models/share-popover-props.ts:108-129 — SharePopoverProps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Share</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lib-share-01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Share</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Present a share link and access choices without issuing the link.</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@epam/ai-dial-share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Share</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lib-share-02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Present a share link and access choices without issuing the link.</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Share a resource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Show a link or a scannable QR view.</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Represent access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Display view/edit access values as a list.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Handle pending work</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Show host loading and failure states.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Share</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lib-share-03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share API</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URL and access</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Share Popover</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Link or QR view</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on Access Change</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Access-level array</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request</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Issue a matching link</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Link/QR presentation, copy interactions and access controls.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Share</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lib-share-04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SharePopover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url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string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access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ShareLinkAccess[]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onAccessChange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(access: ShareLinkAccess[])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canEditAccess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boolean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Share</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lib-share-05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function ShareDemo({ onClose }: { onClose: () =&gt; void })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const [access, setAccess] = useState([ShareLinkAccess.View]);</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return &lt;SharePopover url="https://example.com/demo-share" isLoading={false}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error={null} access={access} canEditAccess={false}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onAccessChange={setAccess} onClose={onClose} /&gt;;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examples/share.tsx · uses @epam/ai-dial-share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Share</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lib-share-06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share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Obtain a share link</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calls its sharing operation and supplies the URL.</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Control link access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Pass allowed access values and permission to edit them.</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Reflect request state</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Pass the updated URL, loading state and any error.</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Share</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lib-share-07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Typed access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ShareLinkAccess represents view and edit levels.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Separate QR component</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QrCode can be used outside the popover.</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Explicit errors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url may be undefined while loading; error is supplied separately.</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Share</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lib-share-08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apps/chat-api/src/share/dto/create-share-link.dto.ts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link view by default with Can view access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Share</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lib-share-09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Access is not cosmetic</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Real access changes require the host to request the appropriate link.</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permission enforcement</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canEditAccess controls UI, not backend authorization.</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Named root export</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Import SharePopover by name from the package entry.</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c:title>
  <dc:subject>Present a share link and access choices without issuing the link.</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