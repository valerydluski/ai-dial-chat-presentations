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lib-skill-editor-01
This session explains edit a skill and its supporting file tree through host callbacks. The library is a local private workspace package at libs/skill-editor. Its manifest, source exports, tests and actual consumers were inspected. Package publication has not been verified; use the workspace integration shown here.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lib-skill-editor-02
Start with a concrete caller need. Author instructions: Edit skill metadata and Markdown instructions. Attach supporting files: Select, expand and manage a file tree. Resolve edits safely: Show validation and conflict state from the host. These scenarios describe integration supported by the current public surface; they do not assert measured performance or production certification.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lib-skill-editor-03
The library owns Form editing, file-tree interaction and the protected root SKILL.md node. The host owns Path validation, upload/commit operations, ZIP/YAML serialization and persistence.  The arrows show data/callback direction, not an implicit network request. The documented isolation rules and known implementation deviations are listed in qa-report.md.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lib-skill-editor-05
Run this example in the existing React 19 workspace using the package source aliases and its declared peers. For browser-only modules use a browser host. Full imports, types and required props are in examples/skill-editor.tsx. The stylesheet import must be loaded by the host. Host parameters in the complete example are typed integration requirements, not hidden globals. Expected behavior: Edit skill metadata and Markdown instructions. Backend-dependent examples require a running configured service; the bundle type-checks them but does not call production services.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lib-skill-editor-06
Follow this concrete integration sequence. Load skill inputs: Prepare metadata, files and the required file actions. Collect edits: The editor returns changes through host callbacks. Save the skill: The host performs persistence and handles navigation. The complete typed module in examples/skill-editor.tsx shows the required imports and host inputs. Application-owned network, routing and persistence behavior must be supplied by the caller.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lib-skill-editor-07
Customization comes from the current exports and prop declarations. File action interface: Validation and upload callbacks keep storage rules outside the view. Conflict UI: conflict and onReloadLatest support a host conflict workflow. Selection control: selectedPath and expandedPaths can be controlled externally.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lib-skill-editor-08
Actual consumers: libs/chat-hooks/src/skill/skill.ts; apps/chat/src/pages/SkillEditor/SkillEditor.tsx; libs/chat-hooks/src/skill/useSkillEditorSubmit.ts; libs/chat-hooks/src/skill/useSkillEditorLoad.ts; libs/chat-hooks/src/skill/useSkillFileActions.ts; libs/chat-hooks/src/skill/skill-file-batch-validation.ts. Existing test evidence: [{"file": "libs/skill-editor/src/hooks/tests/useSkillFileDropZone.spec.ts", "assertions": ["useSkillFileDropZone", "activates on drag-enter", "does not flicker to inactive on a nested drag-leave while still over the zone", "deactivates once the net enter count returns to zero", "calls preventDefault on dragover for a file drag", "ignores a non-file drag", "calls onFilesDropped with the dropped files and resets drag state"]}, {"file": "libs/skill-editor/src/components/SkillFileDropOverlay/tests/SkillFileDropOverlay.spec.tsx", "assertions": ["SkillFileDropOverlay", "renders nothing when not visible", "shows the default title and subtitle when visible", "renders host-supplied labels"]}]. Reproduce project checks from the repository root with npm exec nx run @epam/ai-dial-skill-editor:typecheck and the available test/lint targets. This documentation task does not rebuild or modify the application repository. The bundle checks its own examples separately.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libs/chat-hooks/src/skill/skill.ts:1-256
libs/skill-editor/src/hooks/tests/useSkillFileDropZone.spec.ts:1-84
libs/skill-editor/src/components/SkillFileDropOverlay/tests/SkillFileDropOverlay.spec.tsx:1-39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lib-skill-editor-09
Review these constraints before choosing the library. Protected entry file: The root SKILL.md cannot be removed by the tree UI. No archive writer: The host assembles the persisted skill representation. Async ownership: Supply meaningful loading, submitting and error states.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libs/skill-editor/README.md:1-176
libs/skill-editor/src/index.ts:1-23
libs/skill-editor/package.json:1-43
libs/skill-editor/src/components/SkillEditor/SkillEditor.tsx:76-570 — SkillEditor
libs/skill-editor/src/models/skill-editor-props.ts:236-315 — SkillEditorProps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skill and its supporting file tree through host callbacks.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@epam/ai-dial-skill-editor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skill and its supporting file tree through host callbacks.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instructions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skill metadata and Markdown instructions.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supporting files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expand and manage a file tree.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edits safely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validation and conflict state from the host.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skill state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Values, files and errors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and tree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Actions / submit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changes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storage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and commit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Form editing, file-tree interaction and the protected root SKILL.md node.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SkillEditor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SkillFileTreeNode[]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fileActions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SkillEditorFileActions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onSubmit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(values: SkillEditorValues)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SkillEditorConflict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&lt;SkillEditor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{...host}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title="Create demo skill"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initialValues={{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'demo-skill', description: 'Demo instructions',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supplies files, fileActions and save/navigation callbacks.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examples/skill-editor.tsx · uses @epam/ai-dial-skill-editor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skill editor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skill inputs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metadata, files and the required file actions.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edits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returns changes through host callbacks.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skill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performs persistence and handles navigation.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action interface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upload callbacks keep storage rules outside the view.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UI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and onReloadLatest support a host conflict workflow.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control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selectedPath and expandedPaths can be controlled externally.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chat-hooks/src/skill/skill.ts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activates on drag-enter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nothing when not visible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editor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lib-skill-editor-09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entry file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SKILL.md cannot be removed by the tree UI.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archive writer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assembles the persisted skill representation.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ownership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meaningful loading, submitting and error states.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editor</dc:title>
  <dc:subject>Edit a skill and its supporting file tree through host callbacks.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