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lib-conversation-messages-01
This session explains render a transcript from host-owned messages and actions. The library is a local private workspace package at libs/conversation-messages. Its manifest, source exports, tests and actual consumers were inspected. Package publication has not been verified; use the workspace integration shown here.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lib-conversation-messages-02
Start with a concrete caller need. Display roles: Use user, assistant and status bubble variants. Reveal a response: Render updated Markdown while a generation is active. Compose evidence: Place stages, citations and attachments beside the answer. These scenarios describe integration supported by the current public surface; they do not assert measured performance or production certification.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lib-conversation-messages-03
The library owns Bubble layout, Markdown display and action controls. The host owns Message ordering, network streams, persistence, ratings and attachment access.  The arrows show data/callback direction, not an implicit network request. The documented isolation rules and known implementation deviations are listed in qa-report.md.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lib-conversation-messages-05
Run this example in the existing React 19 workspace using the package source aliases and its declared peers. For browser-only modules use a browser host. Full imports, types and required props are in examples/conversation-messages.tsx. The stylesheet import must be loaded by the host. Host parameters in the complete example are typed integration requirements, not hidden globals. Expected behavior: Use user, assistant and status bubble variants. Backend-dependent examples require a running configured service; the bundle type-checks them but does not call production services.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lib-conversation-messages-06
Follow this concrete integration sequence. Prepare a message: The host supplies response text and streaming state. Compose evidence: Insert StagesPanel through the afterContent slot. Connect actions: Keep regeneration, feedback and persistence in the host. The complete typed module in examples/conversation-messages.tsx shows the required imports and host inputs. Application-owned network, routing and persistence behavior must be supplied by the caller.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lib-conversation-messages-07
Customization comes from the current exports and prop declarations. Extension slots: beforeContent and afterContent add skill chips or stage panels. Host URL rewriting: markdownUrlTransform maps resource references before rendering. Transcript controls: Supply MessageActions props and localized action labels.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lib-conversation-messages-08
Actual consumers: apps/chat/src/components/ConversationView/ConversationMessageItem.tsx; apps/chat/src/components/ConversationView/ConversationView.tsx; apps/chat/src/components/ConversationView/utils/build-message-actions.ts. Existing test evidence: [{"file": "libs/conversation-messages/src/components/MessageActions/tests/MessageActions.spec.tsx", "assertions": ["MessageActions", "role=User (default)", "renders Edit and Delete buttons", "does not render Agent action buttons", "calls onEdit when Edit button is clicked", "calls onDelete when Delete button is clicked", "role=Assistant", "renders Regenerate, Copy, Markdown, Like, and Dislike buttons", "does not render User action buttons", "calls onRegenerate when Regenerate button is clicked", "calls onCopy when Copy button is clicked", "calls onCopyMarkdown when Markdown button is clicked", "calls onLike when Like button is clicked", "calls onDislike when Dislike button is clicked", "isDisabled"]}, {"file": "libs/conversation-messages/src/components/MessageBubble/tests/MessageBubble.classes.spec.tsx", "assertions": ["UserMessageBubble \u2014 public class names", "marks the bubble that wraps the message text", "emits no bubble class when there is no text or before-content", "keeps a caller-supplied bubbleClassName alongside the public class", "AssistantMessageBubble \u2014 public class names", "marks the live content region for a settled message", "marks the live content region while streaming"]}]. Reproduce project checks from the repository root with npm exec nx run @epam/ai-dial-conversation-messages:typecheck and the available test/lint targets. This documentation task does not rebuild or modify the application repository. The bundle checks its own examples separately. Existing test evidence includes: calls onEdit when Edit button is clicked.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apps/chat/src/components/ConversationView/ConversationMessageItem.tsx:1-898
libs/conversation-messages/src/components/MessageActions/tests/MessageActions.spec.tsx:1-269
libs/conversation-messages/src/components/MessageBubble/tests/MessageBubble.classes.spec.tsx:1-92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lib-conversation-messages-09
Review these constraints before choosing the library. Streaming is visual: isStreaming does not open a network stream. Status messages: Shared MessageRole.Status is a UI event, not an upstream author role. Source integrations: Citation components and canvas actions require host wiring.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libs/conversation-messages/README.md:1-236
libs/conversation-messages/src/index.ts:1-35
libs/conversation-messages/package.json:1-41
libs/conversation-messages/src/components/MessageBubble/AssistantMessageBubble.tsx:28-236 — AssistantMessageBubble
libs/conversation-messages/src/models/message-bubble.ts:143-170 — AssistantMessageBubbleProps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Conversation messages</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Render a transcript from host-owned messages and actions.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@epam/ai-dial-conversation-messages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Render a transcript from host-owned messages and actions.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Display roles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user, assistant and status bubble variants.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Reveal a response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Render updated Markdown while a generation is active.</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Compose evidence</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Place stages, citations and attachments beside the answer.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message</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Text and display props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Assistant bubble</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Markdown and slots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User action</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Copy, rate or regenerate</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callback</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Perform domain behavior</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Bubble layout, Markdown display and action controls.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AssistantMessageBubble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text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string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isStreaming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boolean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afterContent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ReactNode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onAttachmentClick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((attachment: DisplayAttachment)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MessageDemo()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&lt;AssistantMessageBubble text="**Demo:** evidence collected."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isStreaming={false} deploymentDisplayName="Demo assistant"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afterContent={&lt;StagesPanel stages={[]} isStreaming={false} /&gt;}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examples/conversation-messages.tsx · uses @epam/ai-dial-conversation-messages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conversation messages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Prepare a message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supplies response text and streaming state.</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Compose evidence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Insert StagesPanel through the afterContent slot.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Connect actions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Keep regeneration, feedback and persistence in the host.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Extension slots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beforeContent and afterContent add skill chips or stage panels.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Host URL rewriting</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markdownUrlTransform maps resource references before rendering.</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Transcript controls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MessageActions props and localized action labels.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chat/components/ConversationView/ConversationMessageItem.tsx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calls onEdit when Edit button is clicked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marks the bubble that wraps the message text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Conversation messages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lib-conversation-messages-09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Streaming is visual</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isStreaming does not open a network stream.</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Status messages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Shared MessageRole.Status is a UI event, not an upstream author role.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Source integrations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Citation components and canvas actions require host wiring.</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Conversation messages</dc:title>
  <dc:subject>Render a transcript from host-owned messages and actions.</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