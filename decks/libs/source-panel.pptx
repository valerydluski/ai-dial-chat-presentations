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lib-source-panel-01
This session explains put uploaded files, generated files and citations in one evidence panel. The library is a local private workspace package at libs/source-panel. Its manifest, source exports, tests and actual consumers were inspected. Package publication has not been verified; use the workspace integration shown here.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lib-source-panel-02
Start with a concrete caller need. Find evidence: Inspect source material beside the conversation. Search by name: Narrow attachments and source labels. Open a reference: Delegate preview or download to the host. These scenarios describe integration supported by the current public surface; they do not assert measured performance or production certification.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lib-source-panel-03
The library owns Evidence sections, filtering and attachment/source interactions. The host owns Source derivation, authenticated downloads and canvas loading.  The arrows show data/callback direction, not an implicit network request. The documented isolation rules and known implementation deviations are listed in qa-report.md.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lib-source-panel-05
Run this example in the existing React 19 workspace using the package source aliases and its declared peers. For browser-only modules use a browser host. Full imports, types and required props are in examples/source-panel.tsx. The stylesheet import must be loaded by the host. Host parameters in the complete example are typed integration requirements, not hidden globals. Expected behavior: Inspect source material beside the conversation. Backend-dependent examples require a running configured service; the bundle type-checks them but does not call production services.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lib-source-panel-06
Follow this concrete integration sequence. Group the evidence: Supply uploaded, generated and source records. Open the panel: The host controls open state and mobile presentation. Handle a source click: Resolve the selected item and open its host-owned preview. The complete typed module in examples/source-panel.tsx shows the required imports and host inputs. Application-owned network, routing and persistence behavior must be supplied by the caller.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lib-source-panel-07
Customization comes from the current exports and prop declarations. Separate collections: uploaded, generated and sources retain their distinct roles. Panel customization: Width bounds, labels and additionalSections are explicit inputs. Matched text: Search results use the shared highlighting convention.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lib-source-panel-08
Actual consumers: apps/chat/src/components/ConversationSourcesPanel/ConversationSourcesPanel.tsx; libs/chat-hooks/src/conversation-sources/useConversationSources/useConversationSources.ts; libs/sidebar/src/constants/public-class-names.ts. Existing test evidence: [{"file": "libs/source-panel/src/components/ConversationSourcesPanel/tests/ConversationSourcesPanel.classes.spec.tsx", "assertions": ["ConversationSourcesPanel \u2014 public class names", "stamps the panel on the desktop layout", "keeps the class beside the mobile full-width utility", "stamps the panel while it is closed"]}, {"file": "libs/source-panel/src/components/ConversationSourcesPanel/tests/ConversationSourcesPanel.spec.tsx", "assertions": ["ConversationSourcesPanel", "renders uploaded attachments", "renders generated attachments", "close button calls onClose", "renders empty state when no data", "renders uploaded and generated sections in order", "renders sources section", "renders the download-all button disabled when onDownloadAll is omitted", "renders the download-all button enabled and wired to onDownloadAll", "ConversationSourcesPanel \u2014 search", "typing a partial name filters uploaded and generated sections", "shows no-results state when query matches nothing", "clearing the query restores all attachments", "filters sources by title, url, and quote", "ConversationSourcesPanel \u2014 title and additionalSections (optional, additive)"]}]. Reproduce project checks from the repository root with npm exec nx run @epam/ai-dial-source-panel:typecheck and the available test/lint targets. This documentation task does not rebuild or modify the application repository. The bundle checks its own examples separately.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apps/chat/src/components/ConversationSourcesPanel/ConversationSourcesPanel.tsx:1-354
libs/source-panel/src/components/ConversationSourcesPanel/tests/ConversationSourcesPanel.classes.spec.tsx:1-116
libs/source-panel/src/components/ConversationSourcesPanel/tests/ConversationSourcesPanel.spec.tsx:1-383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lib-source-panel-09
Review these constraints before choosing the library. No implicit fetching: Opening a row needs a host callback. Required labels: The panel contract requires the complete labels object. Boundary drift: The README peer list differs from current package composition.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libs/source-panel/README.md:1-142
libs/source-panel/src/index.ts:1-10
libs/source-panel/package.json:1-41
libs/source-panel/src/components/ConversationSourcesPanel/ConversationSourcesPanel.tsx:203-203 — ConversationSourcesPanel
libs/source-panel/src/models/conversation-sources-panel-props.ts:64-107 — ConversationSourcesPanelProps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uploaded files, generated files and citations in one evidence panel.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@epam/ai-dial-source-panel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uploaded files, generated files and citations in one evidence panel.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evidence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source material beside the conversation.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attachments and source labels.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reference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preview or download to the host.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derivation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quotations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panel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sections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callback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or attachment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resolver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right content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Evidence sections, filtering and attachment/source interactions.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ConversationSourcesPanel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DisplayAttachment[]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DisplayAttachment[]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QuotationSource[]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onSourceClick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((source: QuotationSource) =&gt; void)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&lt;ConversationSourcesPanel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isOpen isMobile={false}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onClose={onClose}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uploaded={[]} generated={[]}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sources={sources}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labels={labels}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onSourceClick={onOpen}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examples/source-panel.tsx · uses @epam/ai-dial-source-panel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source panel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the evidence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uploaded, generated and source records.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panel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controls open state and mobile presentation.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a source click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selected item and open its host-owned preview.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collections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uploaded, generated and sources retain their distinct roles.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customization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bounds, labels and additionalSections are explicit inputs.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text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 use the shared highlighting convention.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chat/components/ConversationSourcesPanel/ConversationSourcesPanel.tsx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stamps the panel on the desktop layout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uploaded attachments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panel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lib-source-panel-09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implicit fetching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row needs a host callback.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labels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contract requires the complete labels object.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drift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peer list differs from current package composition.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panel</dc:title>
  <dc:subject>Put uploaded files, generated files and citations in one evidence panel.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