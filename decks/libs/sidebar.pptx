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lib-sidebar-01
This session explains give feature panels a common resizable shell. The library is a local private workspace package at libs/sidebar. Its manifest, source exports, tests and actual consumers were inspected. Package publication has not been verified; use the workspace integration shown here.
Sources:
libs/sidebar/README.md:1-173
libs/sidebar/src/index.ts:1-14
libs/sidebar/package.json:1-39
libs/sidebar/src/components/SidebarPanel/SidebarPanel.tsx:25-266 — SidebarPanel
libs/sidebar/src/models/panel-props.ts:51-90 — SidebarPanelProps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lib-sidebar-02
Start with a concrete caller need. Add a panel: Compose a header, actions and scrollable content. Resize a workspace: Use a bounded width with a resize callback. Handle empty data: Use PanelEmpty or PanelNoResults consistently. These scenarios describe integration supported by the current public surface; they do not assert measured performance or production certification.
Sources:
libs/sidebar/README.md:1-173
libs/sidebar/src/index.ts:1-14
libs/sidebar/package.json:1-39
libs/sidebar/src/components/SidebarPanel/SidebarPanel.tsx:25-266 — SidebarPanel
libs/sidebar/src/models/panel-props.ts:51-90 — SidebarPanelProps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lib-sidebar-03
The library owns Panel structure, resize interaction, visibility and empty-state primitives. The host owns Content, search, durable width storage and feature actions.  The arrows show data/callback direction, not an implicit network request. The documented isolation rules and known implementation deviations are listed in qa-report.md.
Sources:
libs/sidebar/README.md:1-173
libs/sidebar/src/index.ts:1-14
libs/sidebar/package.json:1-39
libs/sidebar/src/components/SidebarPanel/SidebarPanel.tsx:25-266 — SidebarPanel
libs/sidebar/src/models/panel-props.ts:51-90 — SidebarPanelProps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libs/sidebar/README.md:1-173
libs/sidebar/src/index.ts:1-14
libs/sidebar/package.json:1-39
libs/sidebar/src/components/SidebarPanel/SidebarPanel.tsx:25-266 — SidebarPanel
libs/sidebar/src/models/panel-props.ts:51-90 — SidebarPanelProps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lib-sidebar-05
Run this example in the existing React 19 workspace using the package source aliases and its declared peers. For browser-only modules use a browser host. Full imports, types and required props are in examples/sidebar.tsx. The stylesheet import must be loaded by the host. Host parameters in the complete example are typed integration requirements, not hidden globals. Expected behavior: Compose a header, actions and scrollable content. Backend-dependent examples require a running configured service; the bundle type-checks them but does not call production services.
Sources:
libs/sidebar/README.md:1-173
libs/sidebar/src/index.ts:1-14
libs/sidebar/package.json:1-39
libs/sidebar/src/components/SidebarPanel/SidebarPanel.tsx:25-266 — SidebarPanel
libs/sidebar/src/models/panel-props.ts:51-90 — SidebarPanelProps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lib-sidebar-06
Follow this concrete integration sequence. Open host content: Supply isOpen, title and the panel’s child view. Resize the panel: Enable resizing and handle onResizeStop. Retain the width: Store the final width in the host if it must survive remounts. The complete typed module in examples/sidebar.tsx shows the required imports and host inputs. Application-owned network, routing and persistence behavior must be supplied by the caller.
Sources:
libs/sidebar/README.md:1-173
libs/sidebar/src/index.ts:1-14
libs/sidebar/package.json:1-39
libs/sidebar/src/components/SidebarPanel/SidebarPanel.tsx:25-266 — SidebarPanel
libs/sidebar/src/models/panel-props.ts:51-90 — SidebarPanelProps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lib-sidebar-07
Customization comes from the current exports and prop declarations. Logical placement: SidebarOrientation selects the desired panel side. Header slots: leftActions and rightActions are public API slot names. Width bounds: defaultWidth, minWidth and maxWidth configure resizing.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libs/sidebar/README.md:1-173
libs/sidebar/src/index.ts:1-14
libs/sidebar/package.json:1-39
libs/sidebar/src/components/SidebarPanel/SidebarPanel.tsx:25-266 — SidebarPanel
libs/sidebar/src/models/panel-props.ts:51-90 — SidebarPanelProps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lib-sidebar-08
Actual consumers: libs/source-panel/src/components/ConversationSourcesPanel/ConversationSourcesPanel.tsx; libs/source-panel/src/constants/public-class-names.ts; libs/conversation-panel/src/components/ConversationPanel/ConversationPanel.tsx; libs/attachment-canvas/src/components/AttachmentCanvas/AttachmentCanvas.tsx; libs/attachment-canvas/src/models/attachment-canvas.ts; libs/attachment-canvas/src/constants/public-class-names.ts. Existing test evidence: [{"file": "libs/sidebar/src/components/SidebarPanel/tests/SidebarPanel.spec.tsx", "assertions": ["SidebarPanel", "renders children in the body", "has role=complementary and aria-label", "renders leftActions in the left header group", "renders rightActions in the right header group", "side=right: close button is in the right group (last button)", "side=right: renders without a divider", "side=left: close button is rendered after right actions (last button)", "side=left, open: applies the border-s divider facing the navigation rail", "side=left, closed: renders without a divider", "close button calls onClose", "colors prop emits CSS custom properties", "no inline style when colors and typography are omitted", "w-full className overrides inline width", "applies inline width when w-full className is absent"]}, {"file": "libs/sidebar/src/components/SidebarPanel/tests/SidebarPanel.classes.spec.tsx", "assertions": ["SidebarPanel \u2014 public class names", "marks the aside element found by its role", "marks the header bar that carries the title", "keeps the aside addressable when the host localises its label"]}]. Reproduce project checks from the repository root with npm exec nx run @epam/ai-dial-sidebar:typecheck and the available test/lint targets. This documentation task does not rebuild or modify the application repository. The bundle checks its own examples separately.
Sources:
libs/sidebar/README.md:1-173
libs/sidebar/src/index.ts:1-14
libs/sidebar/package.json:1-39
libs/sidebar/src/components/SidebarPanel/SidebarPanel.tsx:25-266 — SidebarPanel
libs/sidebar/src/models/panel-props.ts:51-90 — SidebarPanelProps
libs/source-panel/src/components/ConversationSourcesPanel/ConversationSourcesPanel.tsx:1-203
libs/sidebar/src/components/SidebarPanel/tests/SidebarPanel.spec.tsx:1-312
libs/sidebar/src/components/SidebarPanel/tests/SidebarPanel.classes.spec.tsx:1-87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lib-sidebar-09
Review these constraints before choosing the library. No built-in search: Compose search in children or header actions. Persistence is external: onResizeStop reports width; the host decides where to save it. Contextual visibility: Keep the parent layout and isOpen state synchronized.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libs/sidebar/README.md:1-173
libs/sidebar/src/index.ts:1-14
libs/sidebar/package.json:1-39
libs/sidebar/src/components/SidebarPanel/SidebarPanel.tsx:25-266 — SidebarPanel
libs/sidebar/src/models/panel-props.ts:51-90 — SidebarPanelProps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Sidebar</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Give feature panels a common resizable shell.</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@epam/ai-dial-sidebar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Give feature panels a common resizable shell.</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Add a panel</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Compose a header, actions and scrollable content.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Resize a workspace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a bounded width with a resize callback.</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empty data</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PanelEmpty or PanelNoResults consistently.</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layout</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Open state and content</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Sidebar Panel</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Header and resize</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on Resize Stop</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Width in pixels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state</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Store or reuse width</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Panel structure, resize interaction, visibility and empty-state primitives.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SidebarPanel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isOpen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orientation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SidebarOrientation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children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ReactNode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onResizeStop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((width: number)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&lt;SidebarPanel</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isOpen title="Demo sources"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orientation={SidebarOrientation.Right}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resizable defaultWidth={width} onResizeStop={setWidth}</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labels={{ ariaLabel: 'Demo sources', closeLabel: 'Close'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&lt;p&gt;Host-provided content&lt;/p&gt;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&lt;/SidebarPanel&gt;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examples/sidebar.tsx · uses @epam/ai-dial-sidebar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sidebar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Open host content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isOpen, title and the panel’s child view.</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Resize the panel</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Enable resizing and handle onResizeStop.</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Retain the width</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Store the final width in the host if it must survive remounts.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Logical placement</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SidebarOrientation selects the desired panel side.</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Header slots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leftActions and rightActions are public API slot names.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Width bounds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defaultWidth, minWidth and maxWidth configure resizing.</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source-panel/src/components/ConversationSourcesPanel/ConversationSourcesPanel.tsx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children in the body</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marks the aside element found by its role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Sidebar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lib-sidebar-09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built-in search</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Compose search in children or header actions.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Persistence is external</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onResizeStop reports width; the host decides where to save it.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Contextual visibility</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Keep the parent layout and isOpen state synchronized.</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Sidebar</dc:title>
  <dc:subject>Give feature panels a common resizable shell.</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