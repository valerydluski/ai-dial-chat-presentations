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lib-conversation-stages-01
This session explains make streamed execution progress visible inside a response. The library is a local private workspace package at libs/conversation-stages. Its manifest, source exports, tests and actual consumers were inspected. Package publication has not been verified; use the workspace integration shown here.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lib-conversation-stages-02
Start with a concrete caller need. Explain waiting: Show named running stages while content arrives. Inspect a step: Expand stage Markdown and copy useful details. Reduce noise: Collapse related work into a compact group. These scenarios describe integration supported by the current public surface; they do not assert measured performance or production certification.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lib-conversation-stages-03
The library owns Stage display, expansion, status icons and Markdown details. The host owns Receiving and merging stage updates, status truth and generation lifecycle.  The arrows show data/callback direction, not an implicit network request. The documented isolation rules and known implementation deviations are listed in qa-report.md.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lib-conversation-stages-05
Run this example in the existing React 19 workspace using the package source aliases and its declared peers. For browser-only modules use a browser host. Full imports, types and required props are in examples/conversation-stages.tsx. The stylesheet import must be loaded by the host. Host parameters in the complete example are typed integration requirements, not hidden globals. Expected behavior: Show named running stages while content arrives. Backend-dependent examples require a running configured service; the bundle type-checks them but does not call production services.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lib-conversation-stages-10
This is a real browser screenshot of the standalone demo in demo/main.tsx, captured by src/capture-demo.mjs. It renders SettingsPanel, UsageLimitCard and StagesPanel directly from the recorded source snapshot with local stylesheet dependencies. It is an illustrative host, not a screenshot of a deployed DIAL product. All data is synthetic and no backend request is made. Run the Vite command in examples/README.md, then the capture script. Expected behavior: Usage starts selected; selecting Profile updates the controlled active row. The amount and stage remain demo data. The host explicitly supplies dark-theme color overrides. Desktop and phone captures are retained under assets/.
Sources:
libs/settings-panel/src/components/SettingsPanel/SettingsPanel.tsx:1-170
libs/usage-dashboard/src/components/UsageLimitCard/UsageLimitCard.tsx:1-191
libs/conversation-stages/src/components/StagesPanel/StagesPanel.tsx:1-229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lib-conversation-stages-06
Follow this concrete integration sequence. Read stream updates: The host obtains the current stage records. Supply stage state: Pass stages and isStreaming into StagesPanel. Inspect the details: The panel renders stage status and expandable content. The complete typed module in examples/conversation-stages.tsx shows the required imports and host inputs. Application-owned network, routing and persistence behavior must be supplied by the caller.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lib-conversation-stages-07
Customization comes from the current exports and prop declarations. Explicit running state: null status represents a running stage in the shared Stage model. Streaming awareness: isStreaming controls the active presentation lifecycle. Grouped detail: CollapsedGroup provides a compact wrapper for related stages.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lib-conversation-stages-08
Actual consumers: apps/chat/src/components/ConversationView/ConversationMessageItem.tsx. Existing test evidence: [{"file": "libs/conversation-stages/src/components/CollapsedGroup/tests/CollapsedGroup.spec.tsx", "assertions": ["CollapsedGroup \u2014 collapsed states", "renders nothing for an empty stage list", "renders a single stage directly, with no summary wrapper", "collapses to a finished summary line by default once the run finishes", "collapses to a failed summary with the failed count called out", "shows elapsed time without double-counting parallel stages", "is expanded by default while running, showing progress through the live step", "keeps a long live stage name on one truncated line", "announces the running summary via a polite live region", "CollapsedGroup \u2014 collapse-by-default-when-finished transition", "auto-collapses the moment a running group finishes", "CollapsedGroup \u2014 labels", "uses the supplied executedLabel/stepsLabel for the finished summary", "conversation-stages \u2014 public class names", "stamps the panel root behind a collapsed group"]}, {"file": "libs/conversation-stages/src/components/StagesPanel/tests/StagesPanel.spec.tsx", "assertions": ["StagesPanel", "renders all stage rows", "applies custom className and the new row-level CSS variable colors", "applies typography.fontClassName to each stage row name", "defaults the row name to dial-small-text and expanded content to dial-tiny-text", "defaults every heading level in expanded content to dial-small-semi-text (14px, semibold)", "applies typography.headingClassName to every heading level in expanded content", "renders a stage with content as a disclosure button that toggles the content", "renders a stage without expandable content as a plain row (no button)", "does not show a running spinner for null-status stages when not streaming", "keeps every null-status stage running until its completed status arrives", "collapses repeated identical names into one \u00d7N row that expands to the individual attempts", "keeps a repeated-stage group running while any attempt is unresolved", "does not double-count overlapping attempts in a collapsed stage row"]}]. Reproduce project checks from the repository root with npm exec nx run @epam/ai-dial-conversation-stages:typecheck and the available test/lint targets. This documentation task does not rebuild or modify the application repository. The bundle checks its own examples separately.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apps/chat/src/components/ConversationView/ConversationMessageItem.tsx:1-898
libs/conversation-stages/src/components/CollapsedGroup/tests/CollapsedGroup.spec.tsx:1-245
libs/conversation-stages/src/components/StagesPanel/tests/StagesPanel.spec.tsx:1-315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lib-conversation-stages-09
Review these constraints before choosing the library. Progress is supplied: The component cannot infer the backend work completed. Keep identity stable: Stage index is used when upstream updates are merged. Content sensitivity: Only pass execution details intended for the user to see.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libs/conversation-stages/README.md:1-142
libs/conversation-stages/src/index.ts:1-17
libs/conversation-stages/package.json:1-39
libs/conversation-stages/src/components/StagesPanel/StagesPanel.tsx:161-229 — StagesPanel
libs/conversation-stages/src/models/stages-props.ts:78-89 — StagesPanelProps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streamed execution progress visible inside a response.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@epam/ai-dial-conversation-stages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streamed execution progress visible inside a response.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waiting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named running stages while content arrives.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a step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stage Markdown and copy useful details.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noise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related work into a compact group.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consumer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stage updates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Stage[]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Index, name, status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Panel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display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inspection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or copy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Stage display, expansion, status icons and Markdown details.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StagesPanel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isStreaming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StagesPanelLabels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styles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StagesPanelStyles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&lt;StagesPanel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isStreaming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stages={[{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index: 0, name: 'Read demo sources', status: null,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'Retrieving evidence',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labels={{ runningAriaLabel: 'Running' }}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examples/conversation-stages.tsx · uses @epam/ai-dial-conversation-stages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 streaming stage in context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demo · actual workspace source components</a:t>
            </a:r>
            <a:endParaRPr lang="en-US" sz="1700" dirty="0"/>
          </a:p>
        </p:txBody>
      </p:sp>
      <p:pic>
        <p:nvPicPr>
          <p:cNvPr id="9" name="Image 1" descr="assets/component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32304"/>
            <a:ext cx="7360920" cy="3630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0" y="2432304"/>
            <a:ext cx="3364992" cy="3630168"/>
          </a:xfrm>
          <a:prstGeom prst="roundRect">
            <a:avLst>
              <a:gd name="adj" fmla="val 326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5820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Host-owned stream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8458200" y="3611880"/>
            <a:ext cx="28346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passes one stage and isStreaming. The panel renders its name, running state and Markdown content.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21792" y="6126480"/>
            <a:ext cx="10332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real components rendered from this source snapshot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conversation stages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stream updates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obtains the current stage records.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stage state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stages and isStreaming into StagesPanel.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 details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renders stage status and expandable content.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running state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status represents a running stage in the shared Stage model.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awareness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isStreaming controls the active presentation lifecycle.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detail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CollapsedGroup provides a compact wrapper for related stages.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chat/components/ConversationView/ConversationMessageItem.tsx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nothing for an empty stage list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all stage rows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stages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lib-conversation-stages-09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supplied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cannot infer the backend work completed.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identity stable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index is used when upstream updates are merged.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sensitivity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pass execution details intended for the user to see.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stages</dc:title>
  <dc:subject>Make streamed execution progress visible inside a response.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