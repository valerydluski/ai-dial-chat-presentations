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lib-settings-panel-01
This session explains provide accessible vertical selection for settings pages. The library is a local private workspace package at libs/settings-panel. Its manifest, source exports, tests and actual consumers were inspected. Package publication has not been verified; use the workspace integration shown here.
Sources:
libs/settings-panel/README.md:1-115
libs/settings-panel/src/index.ts:1-9
libs/settings-panel/package.json:1-37
libs/settings-panel/src/components/SettingsPanel/SettingsPanel.tsx:34-170 — SettingsPanel
libs/settings-panel/src/models/settings-panel-props.ts:52-65 — SettingsPanelProps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lib-settings-panel-02
Start with a concrete caller need. Switch settings: Render a compact navigation list beside host content. Use a keyboard: Move among enabled rows with arrows, Home and End. Keep one selection: The host controls activeId. These scenarios describe integration supported by the current public surface; they do not assert measured performance or production certification.
Sources:
libs/settings-panel/README.md:1-115
libs/settings-panel/src/index.ts:1-9
libs/settings-panel/package.json:1-37
libs/settings-panel/src/components/SettingsPanel/SettingsPanel.tsx:34-170 — SettingsPanel
libs/settings-panel/src/models/settings-panel-props.ts:52-65 — SettingsPanelProps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lib-settings-panel-03
The library owns Vertical tab interactions, focus movement and selected styling. The host owns Settings content, active state, item labels and navigation effects.  The arrows show data/callback direction, not an implicit network request. The documented isolation rules and known implementation deviations are listed in qa-report.md.
Sources:
libs/settings-panel/README.md:1-115
libs/settings-panel/src/index.ts:1-9
libs/settings-panel/package.json:1-37
libs/settings-panel/src/components/SettingsPanel/SettingsPanel.tsx:34-170 — SettingsPanel
libs/settings-panel/src/models/settings-panel-props.ts:52-65 — SettingsPanelProps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lib-settings-panel-04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Sources:
libs/settings-panel/README.md:1-115
libs/settings-panel/src/index.ts:1-9
libs/settings-panel/package.json:1-37
libs/settings-panel/src/components/SettingsPanel/SettingsPanel.tsx:34-170 — SettingsPanel
libs/settings-panel/src/models/settings-panel-props.ts:52-65 — SettingsPanelProps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lib-settings-panel-05
Run this example in the existing React 19 workspace using the package source aliases and its declared peers. For browser-only modules use a browser host. Full imports, types and required props are in examples/settings-panel.tsx. The stylesheet import must be loaded by the host. Host parameters in the complete example are typed integration requirements, not hidden globals. Expected behavior: Render a compact navigation list beside host content. Backend-dependent examples require a running configured service; the bundle type-checks them but does not call production services.
Sources:
libs/settings-panel/README.md:1-115
libs/settings-panel/src/index.ts:1-9
libs/settings-panel/package.json:1-37
libs/settings-panel/src/components/SettingsPanel/SettingsPanel.tsx:34-170 — SettingsPanel
libs/settings-panel/src/models/settings-panel-props.ts:52-65 — SettingsPanelProps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lib-settings-panel-10
This is a real browser screenshot of the standalone demo in demo/main.tsx, captured by src/capture-demo.mjs. It renders SettingsPanel, UsageLimitCard and StagesPanel directly from the recorded source snapshot with local stylesheet dependencies. It is an illustrative host, not a screenshot of a deployed DIAL product. All data is synthetic and no backend request is made. Run the Vite command in examples/README.md, then the capture script. Expected behavior: Usage starts selected; selecting Profile updates the controlled active row. The amount and stage remain demo data. The host explicitly supplies dark-theme color overrides. Desktop and phone captures are retained under assets/.
Sources:
libs/settings-panel/src/components/SettingsPanel/SettingsPanel.tsx:1-170
libs/usage-dashboard/src/components/UsageLimitCard/UsageLimitCard.tsx:1-191
libs/conversation-stages/src/components/StagesPanel/StagesPanel.tsx:1-229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lib-settings-panel-06
Follow this concrete integration sequence. Choose the active item: Map application state to the panel’s activeId. Handle selection: onSelect returns the chosen item id to the host. Show the chosen view: The host renders the matching settings content beside it. The complete typed module in examples/settings-panel.tsx shows the required imports and host inputs. Application-owned network, routing and persistence behavior must be supplied by the caller.
Sources:
libs/settings-panel/README.md:1-115
libs/settings-panel/src/index.ts:1-9
libs/settings-panel/package.json:1-37
libs/settings-panel/src/components/SettingsPanel/SettingsPanel.tsx:34-170 — SettingsPanel
libs/settings-panel/src/models/settings-panel-props.ts:52-65 — SettingsPanelProps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lib-settings-panel-07
Customization comes from the current exports and prop declarations. Disabled rows: Keyboard navigation skips disabled items. Automatic activation: Focus movement also invokes selection. Single item state: One selected row uses a neutral visual treatment.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libs/settings-panel/README.md:1-115
libs/settings-panel/src/index.ts:1-9
libs/settings-panel/package.json:1-37
libs/settings-panel/src/components/SettingsPanel/SettingsPanel.tsx:34-170 — SettingsPanel
libs/settings-panel/src/models/settings-panel-props.ts:52-65 — SettingsPanelProps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lib-settings-panel-08
Actual consumers: apps/chat/src/pages/SettingsPage/SettingsPage.tsx; apps/chat/src/hooks/useSettingsTabConfig.tsx. Existing test evidence: [{"file": "libs/settings-panel/src/components/SettingsPanel/tests/SettingsPanel.spec.tsx", "assertions": ["SettingsPanel", "renders one tab per item", "marks the active item as selected", "calls onSelect when an enabled, inactive row is clicked", "does not call onSelect when a disabled row is clicked", "only the active row is in the tab order", "ArrowDown skips a disabled row", "ArrowDown wraps from the last enabled row to the first", "ArrowUp skips a disabled row and wraps at the start", "Home jumps to the first enabled row", "End jumps to the last enabled row", "renders the section label when provided", "renders no section label by default", "applies a custom row focus outline color", "SettingsPanel \u2014 public class names"]}]. Reproduce project checks from the repository root with npm exec nx run @epam/ai-dial-settings-panel:typecheck and the available test/lint targets. This documentation task does not rebuild or modify the application repository. The bundle checks its own examples separately.
Sources:
libs/settings-panel/README.md:1-115
libs/settings-panel/src/index.ts:1-9
libs/settings-panel/package.json:1-37
libs/settings-panel/src/components/SettingsPanel/SettingsPanel.tsx:34-170 — SettingsPanel
libs/settings-panel/src/models/settings-panel-props.ts:52-65 — SettingsPanelProps
apps/chat/src/pages/SettingsPage/SettingsPage.tsx:1-35
libs/settings-panel/src/components/SettingsPanel/tests/SettingsPanel.spec.tsx:1-225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lib-settings-panel-09
Review these constraints before choosing the library. Panel content is external: Selection does not create or load a settings page. Keep ids coherent: activeId must correspond to the intended item. No route knowledge: A route change is the host onSelect implementation.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libs/settings-panel/README.md:1-115
libs/settings-panel/src/index.ts:1-9
libs/settings-panel/package.json:1-37
libs/settings-panel/src/components/SettingsPanel/SettingsPanel.tsx:34-170 — SettingsPanel
libs/settings-panel/src/models/settings-panel-props.ts:52-65 — SettingsPanelProps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Settings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lib-settings-panel-01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Settings panel</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Provide accessible vertical selection for settings pages.</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@epam/ai-dial-settings-panel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Settings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lib-settings-panel-02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Provide accessible vertical selection for settings pages.</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Switch settings</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Render a compact navigation list beside host content.</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Use a keyboard</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Move among enabled rows with arrows, Home and End.</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Keep one selection</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host controls activeId.</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Settings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lib-settings-panel-03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items</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Ids and labels</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Settings Panel</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Roving focus</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on Select</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Selected id</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content</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Show the matching tab</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Vertical tab interactions, focus movement and selected styling.</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Settings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lib-settings-panel-04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SettingsPanel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items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SettingsPanelItem[]</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activeId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string</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onSelect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(id: string) =&gt; void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sectionLabel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string</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Settings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lib-settings-panel-05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function SettingsDemo()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const [activeId, setActiveId] = useState('usage');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return &lt;SettingsPanel sectionLabel="Demo settings" activeId={activeId}</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onSelect={setActiveId} items={[</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 id: 'usage', label: 'Usage' }, { id: 'profile', label: 'Profile'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 /&gt;;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examples/settings-panel.tsx · uses @epam/ai-dial-settings-panel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Settings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lib-settings-panel-10</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See controlled selection in the browser</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Reproducible demo · actual workspace source components</a:t>
            </a:r>
            <a:endParaRPr lang="en-US" sz="1700" dirty="0"/>
          </a:p>
        </p:txBody>
      </p:sp>
      <p:pic>
        <p:nvPicPr>
          <p:cNvPr id="9" name="Image 1" descr="assets/component-demo.png">    </p:cNvPr>
          <p:cNvPicPr>
            <a:picLocks noChangeAspect="1"/>
          </p:cNvPicPr>
          <p:nvPr/>
        </p:nvPicPr>
        <p:blipFill>
          <a:blip r:embed="rId2"/>
          <a:stretch>
            <a:fillRect/>
          </a:stretch>
        </p:blipFill>
        <p:spPr>
          <a:xfrm>
            <a:off x="594360" y="2432304"/>
            <a:ext cx="7360920" cy="3630168"/>
          </a:xfrm>
          <a:prstGeom prst="rect">
            <a:avLst/>
          </a:prstGeom>
        </p:spPr>
      </p:pic>
      <p:sp>
        <p:nvSpPr>
          <p:cNvPr id="10" name="Shape 6"/>
          <p:cNvSpPr/>
          <p:nvPr/>
        </p:nvSpPr>
        <p:spPr>
          <a:xfrm>
            <a:off x="8229600" y="2432304"/>
            <a:ext cx="3364992" cy="3630168"/>
          </a:xfrm>
          <a:prstGeom prst="roundRect">
            <a:avLst>
              <a:gd name="adj" fmla="val 3261"/>
            </a:avLst>
          </a:prstGeom>
          <a:solidFill>
            <a:srgbClr val="17202C"/>
          </a:solidFill>
          <a:ln w="8890">
            <a:solidFill>
              <a:srgbClr val="33455D"/>
            </a:solidFill>
            <a:prstDash val="solid"/>
          </a:ln>
        </p:spPr>
      </p:sp>
      <p:sp>
        <p:nvSpPr>
          <p:cNvPr id="11" name="Text 7"/>
          <p:cNvSpPr/>
          <p:nvPr/>
        </p:nvSpPr>
        <p:spPr>
          <a:xfrm>
            <a:off x="8458200" y="2697480"/>
            <a:ext cx="2834640" cy="731520"/>
          </a:xfrm>
          <a:prstGeom prst="rect">
            <a:avLst/>
          </a:prstGeom>
          <a:noFill/>
          <a:ln/>
        </p:spPr>
        <p:txBody>
          <a:bodyPr wrap="square" lIns="0" tIns="0" rIns="0" bIns="0" rtlCol="0" anchor="t"/>
          <a:lstStyle/>
          <a:p>
            <a:pPr indent="0" marL="0">
              <a:buNone/>
            </a:pPr>
            <a:r>
              <a:rPr lang="en-US" sz="2500" b="1" dirty="0">
                <a:solidFill>
                  <a:srgbClr val="EDF2F7"/>
                </a:solidFill>
                <a:latin typeface="Arial" pitchFamily="34" charset="0"/>
                <a:ea typeface="Arial" pitchFamily="34" charset="-122"/>
                <a:cs typeface="Arial" pitchFamily="34" charset="-120"/>
              </a:rPr>
              <a:t>Host-owned choice</a:t>
            </a:r>
            <a:endParaRPr lang="en-US" sz="2500" dirty="0"/>
          </a:p>
        </p:txBody>
      </p:sp>
      <p:sp>
        <p:nvSpPr>
          <p:cNvPr id="12" name="Text 8"/>
          <p:cNvSpPr/>
          <p:nvPr/>
        </p:nvSpPr>
        <p:spPr>
          <a:xfrm>
            <a:off x="8458200" y="3611880"/>
            <a:ext cx="2834640" cy="2075688"/>
          </a:xfrm>
          <a:prstGeom prst="rect">
            <a:avLst/>
          </a:prstGeom>
          <a:noFill/>
          <a:ln/>
        </p:spPr>
        <p:txBody>
          <a:bodyPr wrap="square" lIns="0" tIns="0" rIns="0" bIns="0" rtlCol="0" anchor="t"/>
          <a:lstStyle/>
          <a:p>
            <a:pPr indent="0" marL="0">
              <a:buNone/>
            </a:pPr>
            <a:r>
              <a:rPr lang="en-US" sz="2100" dirty="0">
                <a:solidFill>
                  <a:srgbClr val="EDF2F7"/>
                </a:solidFill>
                <a:latin typeface="Arial" pitchFamily="34" charset="0"/>
                <a:ea typeface="Arial" pitchFamily="34" charset="-122"/>
                <a:cs typeface="Arial" pitchFamily="34" charset="-120"/>
              </a:rPr>
              <a:t>The host passes activeId and updates it through onSelect. Selecting Profile changes the highlighted row.</a:t>
            </a:r>
            <a:endParaRPr lang="en-US" sz="2100" dirty="0"/>
          </a:p>
        </p:txBody>
      </p:sp>
      <p:sp>
        <p:nvSpPr>
          <p:cNvPr id="13" name="Text 9"/>
          <p:cNvSpPr/>
          <p:nvPr/>
        </p:nvSpPr>
        <p:spPr>
          <a:xfrm>
            <a:off x="621792" y="6126480"/>
            <a:ext cx="10332720" cy="173736"/>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DEMO · real components rendered from this source snapshot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Settings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lib-settings-panel-06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settings panel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Choose the active item</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Map application state to the panel’s activeId.</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Handle selection</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onSelect returns the chosen item id to the host.</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Show the chosen view</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host renders the matching settings content beside it.</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Settings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lib-settings-panel-07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Disabled rows</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Keyboard navigation skips disabled items.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Automatic activation</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Focus movement also invokes selection.</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Single item state</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One selected row uses a neutral visual treatment.</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Settings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lib-settings-panel-08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chat/pages/SettingsPage/SettingsPage.tsx</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renders one tab per item</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Settings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lib-settings-panel-09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10</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Panel content is external</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Selection does not create or load a settings page.</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Keep ids coherent</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activeId must correspond to the intended item.</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No route knowledge</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A route change is the host onSelect implementation.</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Settings panel</dc:title>
  <dc:subject>Provide accessible vertical selection for settings pages.</dc:subject>
  <dc:creator>AI DIAL technical knowledge sharing</dc:creator>
  <cp:lastModifiedBy>AI DIAL technical knowledge sharing</cp:lastModifiedBy>
  <cp:revision>1</cp:revision>
  <dcterms:created xsi:type="dcterms:W3CDTF">2026-09-21T18:56:19Z</dcterms:created>
  <dcterms:modified xsi:type="dcterms:W3CDTF">2026-09-21T18:56:19Z</dcterms:modified>
</cp:coreProperties>
</file>