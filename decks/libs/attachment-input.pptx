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lib-attachment-input-01
This session explains turn file state into clear attachment controls. The library is a local private workspace package at libs/attachment-input. Its manifest, source exports, tests and actual consumers were inspected. Package publication has not been verified; use the workspace integration shown here.
Sources:
libs/attachment-input/README.md:1-264
libs/attachment-input/src/index.ts:1-61
libs/attachment-input/package.json:1-39
libs/attachment-input/src/components/AttachmentTray/AttachmentTray.tsx:8-56 — AttachmentTray
libs/attachment-input/src/models/attachment-tray.ts:24-39 — AttachmentTrayProps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lib-attachment-input-02
Start with a concrete caller need. Compose with files: Show files before sending a message. Recover from failure: Expose remove and retry actions per attachment. Reuse sent-file UI: Render image groups and file rows in transcripts. These scenarios describe integration supported by the current public surface; they do not assert measured performance or production certification.
Sources:
libs/attachment-input/README.md:1-264
libs/attachment-input/src/index.ts:1-61
libs/attachment-input/package.json:1-39
libs/attachment-input/src/components/AttachmentTray/AttachmentTray.tsx:8-56 — AttachmentTray
libs/attachment-input/src/models/attachment-tray.ts:24-39 — AttachmentTrayProps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lib-attachment-input-03
The library owns Cards, trays, file-drop affordances and clipboard handling. The host owns Upload transport, progress state, validation policy and preview URLs.  The arrows show data/callback direction, not an implicit network request. The documented isolation rules and known implementation deviations are listed in qa-report.md.
Sources:
libs/attachment-input/README.md:1-264
libs/attachment-input/src/index.ts:1-61
libs/attachment-input/package.json:1-39
libs/attachment-input/src/components/AttachmentTray/AttachmentTray.tsx:8-56 — AttachmentTray
libs/attachment-input/src/models/attachment-tray.ts:24-39 — AttachmentTrayProps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libs/attachment-input/README.md:1-264
libs/attachment-input/src/index.ts:1-61
libs/attachment-input/package.json:1-39
libs/attachment-input/src/components/AttachmentTray/AttachmentTray.tsx:8-56 — AttachmentTray
libs/attachment-input/src/models/attachment-tray.ts:24-39 — AttachmentTrayProps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lib-attachment-input-05
Run this example in the existing React 19 workspace using the package source aliases and its declared peers. For browser-only modules use a browser host. Full imports, types and required props are in examples/attachment-input.tsx. The stylesheet import must be loaded by the host. Host parameters in the complete example are typed integration requirements, not hidden globals. Expected behavior: Show files before sending a message. Backend-dependent examples require a running configured service; the bundle type-checks them but does not call production services.
Sources:
libs/attachment-input/README.md:1-264
libs/attachment-input/src/index.ts:1-61
libs/attachment-input/package.json:1-39
libs/attachment-input/src/components/AttachmentTray/AttachmentTray.tsx:8-56 — AttachmentTray
libs/attachment-input/src/models/attachment-tray.ts:24-39 — AttachmentTrayProps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lib-attachment-input-06
Follow this concrete integration sequence. Accept a file: The host starts an upload and creates display data. Reflect progress: Pass current attachments and their upload state into the tray. Retry or remove: Use the attachment id from the callback to update host state. The complete typed module in examples/attachment-input.tsx shows the required imports and host inputs. Application-owned network, routing and persistence behavior must be supplied by the caller.
Sources:
libs/attachment-input/README.md:1-264
libs/attachment-input/src/index.ts:1-61
libs/attachment-input/package.json:1-39
libs/attachment-input/src/components/AttachmentTray/AttachmentTray.tsx:8-56 — AttachmentTray
libs/attachment-input/src/models/attachment-tray.ts:24-39 — AttachmentTrayProps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lib-attachment-input-07
Customization comes from the current exports and prop declarations. Tray and group: Use AttachmentTray while composing; AttachmentGroup for sent files. Lazy previews: Image loading has an observable loading and error lifecycle. Accessible actions: Supply localized open, retry, remove and upload labels.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libs/attachment-input/README.md:1-264
libs/attachment-input/src/index.ts:1-61
libs/attachment-input/package.json:1-39
libs/attachment-input/src/components/AttachmentTray/AttachmentTray.tsx:8-56 — AttachmentTray
libs/attachment-input/src/models/attachment-tray.ts:24-39 — AttachmentTrayProps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lib-attachment-input-08
Actual consumers: libs/conversation-messages/src/components/MessageBubble/UserMessageBubble.tsx; libs/conversation-messages/src/components/MessageBubble/AssistantMessageBubble.tsx; libs/source-panel/src/components/FilesSection/FilesSection.tsx; libs/conversation-input/src/hooks/useAttachments.ts; libs/chat-hooks/src/attachment/useAttachmentValidation/useAttachmentValidation.ts; libs/conversation-input/src/components/Input/Input.tsx. Existing test evidence: [{"file": "libs/attachment-input/src/hooks/tests/useClipboardPaste.spec.ts", "assertions": ["useClipboardPaste", "handles null clipboardData without throwing", "image paste creates an Image attachment and prevents default", "stamps a pasted image name with the paste time, keeping base and extension", "gives each image of a multi-image paste a distinct name", "gives images pasted at different times distinct names", "long text creates a Pasted attachment with preview name", "preview name is truncated to 80 chars with ellipsis when text is very long", "ignores the image and pastes text when clipboard contains both image and text", "short text does not create an attachment"]}, {"file": "libs/attachment-input/src/hooks/tests/useLazyImageLoad.spec.tsx", "assertions": ["useLazyImageLoad", "starts in loading state when enabled with a source", "moves to loaded when the image loads", "moves to error when the image fails to load", "resets to idle when disabled", "resets to loading when the source changes"]}]. Reproduce project checks from the repository root with npm exec nx run @epam/ai-dial-attachment-input:typecheck and the available test/lint targets. This documentation task does not rebuild or modify the application repository. The bundle checks its own examples separately.
Sources:
libs/attachment-input/README.md:1-264
libs/attachment-input/src/index.ts:1-61
libs/attachment-input/package.json:1-39
libs/attachment-input/src/components/AttachmentTray/AttachmentTray.tsx:8-56 — AttachmentTray
libs/attachment-input/src/models/attachment-tray.ts:24-39 — AttachmentTrayProps
libs/conversation-messages/src/components/MessageBubble/UserMessageBubble.tsx:1-184
libs/attachment-input/src/hooks/tests/useClipboardPaste.spec.ts:1-181
libs/attachment-input/src/hooks/tests/useLazyImageLoad.spec.tsx:1-74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lib-attachment-input-09
Review these constraints before choosing the library. No uploader in a card: Showing progress does not perform the network upload. Watch callback shapes: Tray actions use an id; message bubble callbacks can use an object. Keep state ownership clear: The library has local UI state; the host owns durable file state.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libs/attachment-input/README.md:1-264
libs/attachment-input/src/index.ts:1-61
libs/attachment-input/package.json:1-39
libs/attachment-input/src/components/AttachmentTray/AttachmentTray.tsx:8-56 — AttachmentTray
libs/attachment-input/src/models/attachment-tray.ts:24-39 — AttachmentTrayProps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Attachment input</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Turn file state into clear attachment controls.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@epam/ai-dial-attachment-input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Turn file state into clear attachment controls.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Compose with files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files before sending a message.</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Recover from failure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Expose remove and retry actions per attachment.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Reuse sent-file UI</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 image groups and file rows in transcripts.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file state</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Display Attachment[]</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Attachment Tray</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Cards and actions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Callback</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Attachment identifier</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update</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Retry or remove</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Cards, trays, file-drop affordances and clipboard handling.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AttachmentTray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attachments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DisplayAttachment[]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onRemove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((id: string)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onRetry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((id: string)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AttachmentTrayLabels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AttachmentDemo({ initial }: { initial: DisplayAttachment[] })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const [attachments, setAttachments] = useState(initial);</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&lt;AttachmentTray attachments={attachments}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onRemove={id =&gt; setAttachments(items =&gt; items.filter(x =&gt; x.id !== id))}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labels={{ ariaLabel: 'Attached demo files' }}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examples/attachment-input.tsx · uses @epam/ai-dial-attachment-input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attachment input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Accept a file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starts an upload and creates display data.</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Reflect progress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current attachments and their upload state into the tray.</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Retry or remove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attachment id from the callback to update host state.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Tray and group</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AttachmentTray while composing; AttachmentGroup for sent files.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Lazy previews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Image loading has an observable loading and error lifecycle.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Accessible actions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localized open, retry, remove and upload labels.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conversation-messages/src/components/MessageBubble/UserMessageBubble.tsx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handles null clipboardData without throwing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starts in loading state when enabled with a source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lib-attachment-input-09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uploader in a card</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Showing progress does not perform the network upload.</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Watch callback shapes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Tray actions use an id; message bubble callbacks can use an object.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Keep state ownership clear</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library has local UI state; the host owns durable file state.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Attachment input</dc:title>
  <dc:subject>Turn file state into clear attachment controls.</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