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apps-chat-overlay-sandbox-01
This is a React/Vite demonstration application, not an isolated MCP resource renderer. It hosts existing overlay clients against a running chat instance.
Sources:
apps/chat-overlay-sandbox/README.md:1-73
apps/chat-overlay-sandbox/src/main.tsx:1-15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apps-chat-overlay-sandbox-02
EnabledFeaturesCase and AuthUiModeCase complete the set. Cases are actual source modules under src/cases. They are useful for reproducing integration behavior before embedding the overlay into a separate product.
Sources:
apps/chat-overlay-sandbox/README.md:1-73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apps-chat-overlay-sandbox-03
The host API waits for the full ready-to-interact handshake. A blank iframe caused by frame-ancestors policy is not a protocol timeout to fix in the controls. Check server allowlisting and runtime overlay mode first.
Sources:
libs/chat-overlay/src/lib/ChatOverlay.ts:1-494
apps/chat-overlay-sandbox/src/cases/DirectOverlayCase/DirectOverlayCase.tsx:1-242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apps-chat-overlay-sandbox-04
The first two lines are backend environment configuration, not values to set only on the sandbox process. The host override is passed to the Vite sandbox. Run chat at 4207 and its backend at 5000 first. No real user data is required to open the page, but an authenticated deployment may require login for chat actions.
Sources:
apps/chat-overlay-sandbox/README.md:1-73
apps/chat-overlay-sandbox/vite.config.mts:1-59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apps-chat-overlay-sandbox-05
The complete example receives domain as a parameter, subscribes to an event and returns cleanup. The container must exist in the page. Changing input is a protocol operation; it does not automatically send a model request.
Sources:
apps/chat-overlay-sandbox/src/cases/DirectOverlayCase/DirectOverlayCase.tsx:1-242
libs/chat-overlay/src/lib/ChatOverlay.ts:1-494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apps-chat-overlay-sandbox-06
The root Dockerfile builds this app with the frontend and backend. The deployed sandbox embeds the current origin. This same-origin deployment is intentional for this demo host and must not be copied to the MCP sandbox architecture.
Sources:
apps/chat-overlay-sandbox/README.md:1-73
Dockerfile:1-70
apps/chat-api/src/app/static-assets.ts:1-215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apps-chat-overlay-sandbox-07
The source includes seven test files for sandbox behavior. These suites were inspected but not run for the presentation task. The live integration requires the external chat deployment and its server policy, beyond what a mocked test can establish.
Sources:
apps/chat-overlay-sandbox/README.md:1-73
apps/chat-overlay-sandbox/package.json:1-10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apps-chat-overlay-sandbox-08
Same-window identity-provider login in an iframe depends on the provider tenant and browser policy. The sandbox exposes those choices for investigation; it cannot make an incompatible provider embeddable. Use it as a reproducible integration host rather than a proof of production compatibility.
Sources:
apps/chat-overlay-sandbox/README.md:1-73
libs/chat-overlay/src/lib/ChatOverlay.ts:1-494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SANDBOX WALKTHROUGH</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Overlay sandbox</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apps-chat-overlay-sandbox-01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Overlay sandbox</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A real browser host for exercising the chat overlay protocol.</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Integration cases</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Port 4300</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Running chat required</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apps/chat-overlay-sandbox</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SANDBOX WALKTHROUGH</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Overlay sandbox</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apps-chat-overlay-sandbox-02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Each case demonstrates a distinct contract</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Case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Demonstration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DirectOverlayCase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Mount into a host-owned region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ManagerOverlayCase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Floating widget controls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ConversationListCase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List, create, select, rename and delete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Features / auth cases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Live options and provider login UI modes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SANDBOX WALKTHROUGH</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Overlay sandbox</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apps-chat-overlay-sandbox-03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Trace the host-to-chat handshake</a:t>
            </a:r>
            <a:endParaRPr lang="en-US" sz="3600" dirty="0"/>
          </a:p>
        </p:txBody>
      </p:sp>
      <p:sp>
        <p:nvSpPr>
          <p:cNvPr id="8" name="Shape 5"/>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9" name="Text 6"/>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0" name="Text 7"/>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Sandbox page</a:t>
            </a:r>
            <a:endParaRPr lang="en-US" sz="2100" dirty="0"/>
          </a:p>
        </p:txBody>
      </p:sp>
      <p:sp>
        <p:nvSpPr>
          <p:cNvPr id="11" name="Text 8"/>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Choose an integration case</a:t>
            </a:r>
            <a:endParaRPr lang="en-US" sz="1700" dirty="0"/>
          </a:p>
        </p:txBody>
      </p:sp>
      <p:sp>
        <p:nvSpPr>
          <p:cNvPr id="12" name="Shape 9"/>
          <p:cNvSpPr/>
          <p:nvPr/>
        </p:nvSpPr>
        <p:spPr>
          <a:xfrm>
            <a:off x="3118104" y="3776472"/>
            <a:ext cx="237744" cy="0"/>
          </a:xfrm>
          <a:prstGeom prst="line">
            <a:avLst/>
          </a:prstGeom>
          <a:noFill/>
          <a:ln w="21590">
            <a:solidFill>
              <a:srgbClr val="8EBCFF"/>
            </a:solidFill>
            <a:prstDash val="solid"/>
            <a:headEnd type="none"/>
            <a:tailEnd type="triangle"/>
          </a:ln>
        </p:spPr>
      </p:sp>
      <p:sp>
        <p:nvSpPr>
          <p:cNvPr id="13" name="Shape 10"/>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4" name="Text 11"/>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5" name="Text 12"/>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Chat Overlay</a:t>
            </a:r>
            <a:endParaRPr lang="en-US" sz="2100" dirty="0"/>
          </a:p>
        </p:txBody>
      </p:sp>
      <p:sp>
        <p:nvSpPr>
          <p:cNvPr id="16" name="Text 13"/>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Create iframe</a:t>
            </a:r>
            <a:endParaRPr lang="en-US" sz="1700" dirty="0"/>
          </a:p>
        </p:txBody>
      </p:sp>
      <p:sp>
        <p:nvSpPr>
          <p:cNvPr id="17" name="Shape 14"/>
          <p:cNvSpPr/>
          <p:nvPr/>
        </p:nvSpPr>
        <p:spPr>
          <a:xfrm>
            <a:off x="5961888" y="3776472"/>
            <a:ext cx="237744" cy="0"/>
          </a:xfrm>
          <a:prstGeom prst="line">
            <a:avLst/>
          </a:prstGeom>
          <a:noFill/>
          <a:ln w="21590">
            <a:solidFill>
              <a:srgbClr val="8EBCFF"/>
            </a:solidFill>
            <a:prstDash val="solid"/>
            <a:headEnd type="none"/>
            <a:tailEnd type="triangle"/>
          </a:ln>
        </p:spPr>
      </p:sp>
      <p:sp>
        <p:nvSpPr>
          <p:cNvPr id="18" name="Shape 15"/>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19" name="Text 16"/>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0" name="Text 17"/>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Embedded chat</a:t>
            </a:r>
            <a:endParaRPr lang="en-US" sz="2100" dirty="0"/>
          </a:p>
        </p:txBody>
      </p:sp>
      <p:sp>
        <p:nvSpPr>
          <p:cNvPr id="21" name="Text 18"/>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Readiness exchange</a:t>
            </a:r>
            <a:endParaRPr lang="en-US" sz="1700" dirty="0"/>
          </a:p>
        </p:txBody>
      </p:sp>
      <p:sp>
        <p:nvSpPr>
          <p:cNvPr id="22" name="Shape 19"/>
          <p:cNvSpPr/>
          <p:nvPr/>
        </p:nvSpPr>
        <p:spPr>
          <a:xfrm>
            <a:off x="8805672" y="3776472"/>
            <a:ext cx="237744" cy="0"/>
          </a:xfrm>
          <a:prstGeom prst="line">
            <a:avLst/>
          </a:prstGeom>
          <a:noFill/>
          <a:ln w="21590">
            <a:solidFill>
              <a:srgbClr val="8EBCFF"/>
            </a:solidFill>
            <a:prstDash val="solid"/>
            <a:headEnd type="none"/>
            <a:tailEnd type="triangle"/>
          </a:ln>
        </p:spPr>
      </p:sp>
      <p:sp>
        <p:nvSpPr>
          <p:cNvPr id="23" name="Shape 20"/>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4" name="Text 21"/>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5" name="Text 22"/>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controls</a:t>
            </a:r>
            <a:endParaRPr lang="en-US" sz="2100" dirty="0"/>
          </a:p>
        </p:txBody>
      </p:sp>
      <p:sp>
        <p:nvSpPr>
          <p:cNvPr id="26" name="Text 23"/>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Send requests / read events</a:t>
            </a:r>
            <a:endParaRPr lang="en-US" sz="1700" dirty="0"/>
          </a:p>
        </p:txBody>
      </p:sp>
      <p:sp>
        <p:nvSpPr>
          <p:cNvPr id="27" name="Text 24"/>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Host allowlisting and overlay mode are prerequisites.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SANDBOX WALKTHROUGH</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Overlay sandbox</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apps-chat-overlay-sandbox-04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Reproduce the local scenario</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Configure the backend, then run both the chat and this sandbox.</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OVERLAY_ENABLED=true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ALLOWED_IFRAME_ORIGINS=http://localhost:4300</a:t>
            </a:r>
            <a:endParaRPr lang="en-US" sz="1800" dirty="0"/>
          </a:p>
          <a:p>
            <a:pPr indent="0" marL="0">
              <a:lnSpc>
                <a:spcPct val="104000"/>
              </a:lnSpc>
              <a:buNone/>
            </a:pP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In the shell that starts the sandbox:</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VITE_CHAT_OVERLAY_HOST=http://localhost:4207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npm exec nx serve chat-overlay-sandbox</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SANDBOX WALKTHROUGH</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Overlay sandbox</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apps-chat-overlay-sandbox-05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direct overlay is a small integration</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Checked pattern from examples/chat-overlay.ts.</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const overlay = new ChatOverlay('#demo-chat',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domain: 'http://localhost:4207',</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theme: 'dark',</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await overlay.ready();</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await overlay.setInputContent('Explain the demo');</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Later: overlay.destroy();</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SANDBOX WALKTHROUGH</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Overlay sandbox</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apps-chat-overlay-sandbox-06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Deployment shares the main chat image</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Published route</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backend can serve the sandbox at /overlay-sandbox/.</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Enable it explicitly</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backend sandbox flag controls exposure of the route.</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Separate HTML policy</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backend supplies the sandbox style nonce and response policy.</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SANDBOX WALKTHROUGH</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Overlay sandbox</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apps-chat-overlay-sandbox-07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Verify cases through the current targets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Nx targets come from the resolved project graph.</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npm exec nx test chat-overlay-sandbox</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npm exec nx build chat-overlay-sandbox</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npm exec nx run chat-overlay-sandbox:typecheck</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SANDBOX WALKTHROUGH</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Overlay sandbox</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apps-chat-overlay-sandbox-08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Interpret integration failures at the right layer</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Blank frame</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Check chat CSP frame-ancestors and allowed host origin.</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No ready event</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Inspect protocol readiness after the iframe loads.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Login cannot complete</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Verify the exact provider and configured UI mode.</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Overlay sandbox</dc:title>
  <dc:subject>A real browser host for exercising the chat overlay protocol.</dc:subject>
  <dc:creator>AI DIAL technical knowledge sharing</dc:creator>
  <cp:lastModifiedBy>AI DIAL technical knowledge sharing</cp:lastModifiedBy>
  <cp:revision>1</cp:revision>
  <dcterms:created xsi:type="dcterms:W3CDTF">2026-09-21T18:51:47Z</dcterms:created>
  <dcterms:modified xsi:type="dcterms:W3CDTF">2026-09-21T18:51:47Z</dcterms:modified>
</cp:coreProperties>
</file>