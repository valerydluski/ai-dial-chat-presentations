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apps-mcp-app-sandbox-01
This small application serves the sandbox-proxy document used by the MCP UI renderer. It must be deployed on an origin distinct from the chat host. It is an infrastructure component of the rendering boundary, not a catalog demo.
Sources:
apps/mcp-app-sandbox/README.md:1-60
apps/mcp-app-sandbox/src/main.ts:1-49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apps-mcp-app-sandbox-02
The README and implementation adapt the MCP reference double-iframe pattern. A sandbox attribute alone is not the reason for this separate app; the distinct origin keeps the proxy and tool document out of the host origin. The inner document and bridge have their own constraints.
Sources:
apps/mcp-app-sandbox/README.md:1-60
apps/mcp-app-sandbox/src/main.ts:1-49
apps/mcp-app-sandbox/src/app/sandbox-page.ts:1-103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apps-mcp-app-sandbox-03
SandboxService uses an Origin header when present, then falls back to the Referer origin. A missing or unapproved origin is rejected. SandboxController sends text/html, CSP, nosniff, cross-origin resource policy and no-store. A raw GET without the required embedding context should fail.
Sources:
apps/mcp-app-sandbox/src/app/sandbox.controller.ts:1-33
apps/mcp-app-sandbox/src/app/sandbox.service.ts:1-56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apps-mcp-app-sandbox-04
The frontend receives the sandbox URL through the backend client-configuration pipeline. PORT defaults to 3100. Production should use the actual distinct HTTPS origins and the intended host allowlist. No secret values are required in this example.
Sources:
apps/mcp-app-sandbox/README.md:1-60
apps/mcp-app-sandbox/src/config/environment.config.ts:1-29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apps-mcp-app-sandbox-05
main.ts intentionally disables Helmet generic CSP and frame blocking so the route can deliver its custom embedding policy. CORS is explicitly disabled for cross-origin script fetching. This route is designed for iframe navigation with origin validation, not a general data API.
Sources:
apps/mcp-app-sandbox/src/app/sandbox.controller.ts:1-33
apps/mcp-app-sandbox/src/app/sandbox.service.ts:1-56
apps/mcp-app-sandbox/src/app/csp.ts:1-19
apps/mcp-app-sandbox/src/app/sandbox-page.ts:1-103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apps-mcp-app-sandbox-06
The sandbox alone does not discover tools or authenticate tool calls. Those operations are supplied by the host adapter and backend. To reproduce a full interaction, use a configured MCP-capable deployment and a real ui:// resource; this bundle does not manufacture a product screenshot of that interaction.
Sources:
libs/mcp-apps/src/models/mcp-apps.ts:1-148
libs/attachment-canvas/src/components/McpAppCanvasRenderer/McpAppCanvasRenderer.tsx:1-150
apps/mcp-app-sandbox/src/app/sandbox-page.ts:1-103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apps-mcp-app-sandbox-07
No source test files or test target were discovered for this application. Do not invent a passing test result or recommend a nonexistent target. Build/typecheck/lint commands are available; real isolation behavior needs a browser integration exercise with distinct origins.
Sources:
apps/mcp-app-sandbox/package.json:1-103
apps/mcp-app-sandbox/README.md:1-60
apps/mcp-app-sandbox/Dockerfile:1-61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apps-mcp-app-sandbox-08
The small source footprint does not reduce the importance of this boundary. Deployment-origin and browser-policy checks remain necessary. The presentation report records that no full live MCP/Core integration was exercised during this output-only documentation task.
Sources:
apps/mcp-app-sandbox/README.md:1-60
apps/mcp-app-sandbox/src/main.ts:1-49
apps/mcp-app-sandbox/src/app/sandbox.service.ts:1-56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separate-origin HTML bridge for the MCP Apps double-iframe boundary.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proxy page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3100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required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apps/mcp-app-sandbox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separate application exists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host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app origin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frame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host or port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tool frame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UI document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bridge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communication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hosting would defeat the intended isolation boundary.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validation precedes HTML delivery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request path · invalid origin returns 403 before HTML rendering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or Referer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check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host origin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builder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CSP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response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proxy page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allowlist means no successful page response.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two sides of the connection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sandbox origin must differ from the chat origin.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the sandbox: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MCP_APP_SANDBOX_ALLOWED_HOST_ORIGINS=http://localhost:4207 \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exec nx serve mcp-app-sandbox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Configure chat-api separately: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MCP_APP_SANDBOX_URL=http://localhost:3100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and policy are app-owned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the caller context and sets response headers.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allowed origin, HTML and CSP construction.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builder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bridge document used by the nested renderer.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rendered MCP view needs the whole chain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evidence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and resource match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adapter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resource / call tool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renderer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sandbox URL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page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UI lifecycle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mcp-apps and attachment-canvas decks for the frontend contracts.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check what exists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resolved project has build, serve, lint and typecheck; no test target.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exec nx build mcp-app-sandbox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exec nx run mcp-app-sandbox:typecheck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exec nx run mcp-app-sandbox:lint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-f apps/mcp-app-sandbox/Dockerfile \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mcp-app-sandbox 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SANDBOX WALKTHROUGH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sandbox proxy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apps-mcp-app-sandbox-08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to carry into operations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origin matters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allowlist must match the deployed scheme, hostname and port.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content service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serves a proxy document, not Core storage or user files.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gap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dedicated source tests were discovered in this project.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sandbox proxy</dc:title>
  <dc:subject>A separate-origin HTML bridge for the MCP Apps double-iframe boundary.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